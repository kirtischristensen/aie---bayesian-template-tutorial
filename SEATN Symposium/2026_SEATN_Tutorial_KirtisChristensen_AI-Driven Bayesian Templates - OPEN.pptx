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tags/tag7.xml" ContentType="application/vnd.openxmlformats-officedocument.presentationml.tags+xml"/>
  <Override PartName="/ppt/notesSlides/notesSlide5.xml" ContentType="application/vnd.openxmlformats-officedocument.presentationml.notesSlide+xml"/>
  <Override PartName="/ppt/tags/tag8.xml" ContentType="application/vnd.openxmlformats-officedocument.presentationml.tags+xml"/>
  <Override PartName="/ppt/notesSlides/notesSlide6.xml" ContentType="application/vnd.openxmlformats-officedocument.presentationml.notesSlide+xml"/>
  <Override PartName="/ppt/tags/tag9.xml" ContentType="application/vnd.openxmlformats-officedocument.presentationml.tags+xml"/>
  <Override PartName="/ppt/notesSlides/notesSlide7.xml" ContentType="application/vnd.openxmlformats-officedocument.presentationml.notesSlide+xml"/>
  <Override PartName="/ppt/tags/tag10.xml" ContentType="application/vnd.openxmlformats-officedocument.presentationml.tags+xml"/>
  <Override PartName="/ppt/notesSlides/notesSlide8.xml" ContentType="application/vnd.openxmlformats-officedocument.presentationml.notesSlide+xml"/>
  <Override PartName="/ppt/tags/tag11.xml" ContentType="application/vnd.openxmlformats-officedocument.presentationml.tags+xml"/>
  <Override PartName="/ppt/notesSlides/notesSlide9.xml" ContentType="application/vnd.openxmlformats-officedocument.presentationml.notesSlide+xml"/>
  <Override PartName="/ppt/tags/tag12.xml" ContentType="application/vnd.openxmlformats-officedocument.presentationml.tags+xml"/>
  <Override PartName="/ppt/notesSlides/notesSlide10.xml" ContentType="application/vnd.openxmlformats-officedocument.presentationml.notesSlide+xml"/>
  <Override PartName="/ppt/tags/tag13.xml" ContentType="application/vnd.openxmlformats-officedocument.presentationml.tags+xml"/>
  <Override PartName="/ppt/notesSlides/notesSlide11.xml" ContentType="application/vnd.openxmlformats-officedocument.presentationml.notesSlide+xml"/>
  <Override PartName="/ppt/tags/tag14.xml" ContentType="application/vnd.openxmlformats-officedocument.presentationml.tags+xml"/>
  <Override PartName="/ppt/notesSlides/notesSlide12.xml" ContentType="application/vnd.openxmlformats-officedocument.presentationml.notesSlide+xml"/>
  <Override PartName="/ppt/tags/tag15.xml" ContentType="application/vnd.openxmlformats-officedocument.presentationml.tags+xml"/>
  <Override PartName="/ppt/notesSlides/notesSlide13.xml" ContentType="application/vnd.openxmlformats-officedocument.presentationml.notesSlide+xml"/>
  <Override PartName="/ppt/tags/tag16.xml" ContentType="application/vnd.openxmlformats-officedocument.presentationml.tags+xml"/>
  <Override PartName="/ppt/notesSlides/notesSlide14.xml" ContentType="application/vnd.openxmlformats-officedocument.presentationml.notesSlide+xml"/>
  <Override PartName="/ppt/tags/tag17.xml" ContentType="application/vnd.openxmlformats-officedocument.presentationml.tags+xml"/>
  <Override PartName="/ppt/notesSlides/notesSlide15.xml" ContentType="application/vnd.openxmlformats-officedocument.presentationml.notesSlide+xml"/>
  <Override PartName="/ppt/tags/tag18.xml" ContentType="application/vnd.openxmlformats-officedocument.presentationml.tags+xml"/>
  <Override PartName="/ppt/notesSlides/notesSlide16.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notesSlides/notesSlide17.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6"/>
    <p:sldMasterId id="2147483648" r:id="rId7"/>
  </p:sldMasterIdLst>
  <p:notesMasterIdLst>
    <p:notesMasterId r:id="rId25"/>
  </p:notesMasterIdLst>
  <p:handoutMasterIdLst>
    <p:handoutMasterId r:id="rId26"/>
  </p:handoutMasterIdLst>
  <p:sldIdLst>
    <p:sldId id="362" r:id="rId8"/>
    <p:sldId id="343" r:id="rId9"/>
    <p:sldId id="348" r:id="rId10"/>
    <p:sldId id="347" r:id="rId11"/>
    <p:sldId id="371" r:id="rId12"/>
    <p:sldId id="372" r:id="rId13"/>
    <p:sldId id="373" r:id="rId14"/>
    <p:sldId id="374" r:id="rId15"/>
    <p:sldId id="375" r:id="rId16"/>
    <p:sldId id="376" r:id="rId17"/>
    <p:sldId id="377" r:id="rId18"/>
    <p:sldId id="378" r:id="rId19"/>
    <p:sldId id="349" r:id="rId20"/>
    <p:sldId id="304" r:id="rId21"/>
    <p:sldId id="370" r:id="rId22"/>
    <p:sldId id="285" r:id="rId23"/>
    <p:sldId id="31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TX: Covers" id="{C067E147-92A3-4025-A692-50947FB67A62}">
          <p14:sldIdLst>
            <p14:sldId id="362"/>
          </p14:sldIdLst>
        </p14:section>
        <p14:section name="RTX: Content" id="{EA5EB87C-BF09-4E71-8317-503F941D8D52}">
          <p14:sldIdLst>
            <p14:sldId id="343"/>
            <p14:sldId id="348"/>
            <p14:sldId id="347"/>
            <p14:sldId id="371"/>
            <p14:sldId id="372"/>
            <p14:sldId id="373"/>
            <p14:sldId id="374"/>
            <p14:sldId id="375"/>
            <p14:sldId id="376"/>
            <p14:sldId id="377"/>
            <p14:sldId id="378"/>
            <p14:sldId id="349"/>
          </p14:sldIdLst>
        </p14:section>
        <p14:section name="RTX: Section Breakers" id="{C35C9F67-088B-4082-8C56-C0ECE50D433D}">
          <p14:sldIdLst>
            <p14:sldId id="304"/>
            <p14:sldId id="370"/>
            <p14:sldId id="285"/>
          </p14:sldIdLst>
        </p14:section>
        <p14:section name="RTX: Color Palette" id="{7C2D534D-67A8-4963-99A0-E869ABE05273}">
          <p14:sldIdLst>
            <p14:sldId id="315"/>
          </p14:sldIdLst>
        </p14:section>
      </p14:sectionLst>
    </p:ext>
    <p:ext uri="{EFAFB233-063F-42B5-8137-9DF3F51BA10A}">
      <p15:sldGuideLst xmlns:p15="http://schemas.microsoft.com/office/powerpoint/2012/main">
        <p15:guide id="2" pos="3840">
          <p15:clr>
            <a:srgbClr val="A4A3A4"/>
          </p15:clr>
        </p15:guide>
        <p15:guide id="3"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7E605F5-24A2-6B8F-229D-2A3E07457F47}" name="Avitabile, Amy      RTX" initials="AAR" userId="S::E21161113@adxuser.com::50035740-67fe-4f30-8d66-cf523957c7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my Avitabile" initials="AA" lastIdx="1" clrIdx="0">
    <p:extLst>
      <p:ext uri="{19B8F6BF-5375-455C-9EA6-DF929625EA0E}">
        <p15:presenceInfo xmlns:p15="http://schemas.microsoft.com/office/powerpoint/2012/main" userId="S-1-5-21-1214440339-861567501-682003330-13659481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B661"/>
    <a:srgbClr val="9ABEAA"/>
    <a:srgbClr val="E6E6E6"/>
    <a:srgbClr val="908CC2"/>
    <a:srgbClr val="D9D9D6"/>
    <a:srgbClr val="B1B3B3"/>
    <a:srgbClr val="DFE0E0"/>
    <a:srgbClr val="F2F2F2"/>
    <a:srgbClr val="BFC1C2"/>
    <a:srgbClr val="6366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guide pos="3840"/>
        <p:guide orient="horz" pos="21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2.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notesMaster" Target="notesMasters/notesMaster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openxmlformats.org/officeDocument/2006/relationships/slide" Target="slides/slide17.xml"/><Relationship Id="rId32" Type="http://schemas.microsoft.com/office/2016/11/relationships/changesInfo" Target="changesInfos/changesInfo1.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presProps" Target="presProp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commentAuthors" Target="commentAuthors.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nry, Dan (USA)" userId="6f392d06-7fc6-4919-a81d-19c6102b936c" providerId="ADAL" clId="{FE460D0E-0474-44BE-B72D-BF7E8AE43C49}"/>
    <pc:docChg chg="modMainMaster">
      <pc:chgData name="Henry, Dan (USA)" userId="6f392d06-7fc6-4919-a81d-19c6102b936c" providerId="ADAL" clId="{FE460D0E-0474-44BE-B72D-BF7E8AE43C49}" dt="2026-06-09T13:53:20.264" v="1" actId="20577"/>
      <pc:docMkLst>
        <pc:docMk/>
      </pc:docMkLst>
      <pc:sldMasterChg chg="modSp mod">
        <pc:chgData name="Henry, Dan (USA)" userId="6f392d06-7fc6-4919-a81d-19c6102b936c" providerId="ADAL" clId="{FE460D0E-0474-44BE-B72D-BF7E8AE43C49}" dt="2026-06-09T13:53:20.264" v="1" actId="20577"/>
        <pc:sldMasterMkLst>
          <pc:docMk/>
          <pc:sldMasterMk cId="1815982091" sldId="2147483658"/>
        </pc:sldMasterMkLst>
        <pc:spChg chg="mod">
          <ac:chgData name="Henry, Dan (USA)" userId="6f392d06-7fc6-4919-a81d-19c6102b936c" providerId="ADAL" clId="{FE460D0E-0474-44BE-B72D-BF7E8AE43C49}" dt="2026-06-09T13:53:20.264" v="1" actId="20577"/>
          <ac:spMkLst>
            <pc:docMk/>
            <pc:sldMasterMk cId="1815982091" sldId="2147483658"/>
            <ac:spMk id="17" creationId="{00000000-0000-0000-0000-000000000000}"/>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Slide Number Placeholder 12"/>
          <p:cNvSpPr>
            <a:spLocks noGrp="1"/>
          </p:cNvSpPr>
          <p:nvPr>
            <p:ph type="sldNum" sz="quarter" idx="3"/>
          </p:nvPr>
        </p:nvSpPr>
        <p:spPr>
          <a:xfrm>
            <a:off x="3886200" y="0"/>
            <a:ext cx="2514600" cy="458787"/>
          </a:xfrm>
          <a:prstGeom prst="rect">
            <a:avLst/>
          </a:prstGeom>
        </p:spPr>
        <p:txBody>
          <a:bodyPr vert="horz" lIns="0" tIns="0" rIns="0" bIns="0" rtlCol="0" anchor="b"/>
          <a:lstStyle>
            <a:lvl1pPr algn="r">
              <a:defRPr sz="1200"/>
            </a:lvl1pPr>
          </a:lstStyle>
          <a:p>
            <a:fld id="{138C58B0-FFE9-437E-B2CB-216DAFA841B5}" type="slidenum">
              <a:rPr lang="en-US" smtClean="0"/>
              <a:t>‹#›</a:t>
            </a:fld>
            <a:endParaRPr lang="en-US"/>
          </a:p>
        </p:txBody>
      </p:sp>
    </p:spTree>
    <p:extLst>
      <p:ext uri="{BB962C8B-B14F-4D97-AF65-F5344CB8AC3E}">
        <p14:creationId xmlns:p14="http://schemas.microsoft.com/office/powerpoint/2010/main" val="2414966732"/>
      </p:ext>
    </p:extLst>
  </p:cSld>
  <p:clrMap bg1="lt1" tx1="dk1" bg2="lt2" tx2="dk2" accent1="accent1" accent2="accent2" accent3="accent3" accent4="accent4" accent5="accent5" accent6="accent6" hlink="hlink" folHlink="folHlink"/>
  <p:hf hdr="0" dt="0"/>
  <p:extLst>
    <p:ext uri="{56416CCD-93CA-4268-BC5B-53C4BB910035}">
      <p15:sldGuideLst xmlns:p15="http://schemas.microsoft.com/office/powerpoint/2012/main">
        <p15:guide id="2" pos="288" userDrawn="1">
          <p15:clr>
            <a:srgbClr val="F26B43"/>
          </p15:clr>
        </p15:guide>
        <p15:guide id="3" pos="4032"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92624" y="692622"/>
            <a:ext cx="5517676" cy="310369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012556"/>
            <a:ext cx="5524500" cy="4094214"/>
          </a:xfrm>
          <a:prstGeom prst="rect">
            <a:avLst/>
          </a:prstGeom>
        </p:spPr>
        <p:txBody>
          <a:bodyPr vert="horz" lIns="0" tIns="0" rIns="0" bIns="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14"/>
          <p:cNvSpPr>
            <a:spLocks noGrp="1"/>
          </p:cNvSpPr>
          <p:nvPr>
            <p:ph type="sldNum" sz="quarter" idx="5"/>
          </p:nvPr>
        </p:nvSpPr>
        <p:spPr>
          <a:xfrm>
            <a:off x="3886200" y="9183"/>
            <a:ext cx="2324100" cy="458787"/>
          </a:xfrm>
          <a:prstGeom prst="rect">
            <a:avLst/>
          </a:prstGeom>
        </p:spPr>
        <p:txBody>
          <a:bodyPr vert="horz" lIns="0" tIns="0" rIns="0" bIns="0" rtlCol="0" anchor="b"/>
          <a:lstStyle>
            <a:lvl1pPr algn="r">
              <a:defRPr sz="1200"/>
            </a:lvl1pPr>
          </a:lstStyle>
          <a:p>
            <a:fld id="{56AF3A09-0EB5-429E-B7D0-FB28A7726D23}" type="slidenum">
              <a:rPr lang="en-US" smtClean="0"/>
              <a:t>‹#›</a:t>
            </a:fld>
            <a:endParaRPr lang="en-US"/>
          </a:p>
        </p:txBody>
      </p:sp>
    </p:spTree>
    <p:extLst>
      <p:ext uri="{BB962C8B-B14F-4D97-AF65-F5344CB8AC3E}">
        <p14:creationId xmlns:p14="http://schemas.microsoft.com/office/powerpoint/2010/main" val="2302219137"/>
      </p:ext>
    </p:extLst>
  </p:cSld>
  <p:clrMap bg1="lt1" tx1="dk1" bg2="lt2" tx2="dk2" accent1="accent1" accent2="accent2" accent3="accent3" accent4="accent4" accent5="accent5" accent6="accent6" hlink="hlink" folHlink="folHlink"/>
  <p:hf dt="0"/>
  <p:notesStyle>
    <a:lvl1pPr marL="115888" indent="-115888" algn="l" defTabSz="914400" rtl="0" eaLnBrk="1" latinLnBrk="0" hangingPunct="1">
      <a:spcBef>
        <a:spcPts val="200"/>
      </a:spcBef>
      <a:buFont typeface="Arial" panose="020B0604020202020204" pitchFamily="34" charset="0"/>
      <a:buChar char="•"/>
      <a:defRPr sz="1000" kern="1200">
        <a:solidFill>
          <a:schemeClr val="tx1"/>
        </a:solidFill>
        <a:latin typeface="+mn-lt"/>
        <a:ea typeface="+mn-ea"/>
        <a:cs typeface="+mn-cs"/>
      </a:defRPr>
    </a:lvl1pPr>
    <a:lvl2pPr marL="287338" indent="-117475" algn="l" defTabSz="914400" rtl="0" eaLnBrk="1" latinLnBrk="0" hangingPunct="1">
      <a:spcBef>
        <a:spcPts val="200"/>
      </a:spcBef>
      <a:buFont typeface="Arial" panose="020B0604020202020204" pitchFamily="34" charset="0"/>
      <a:buChar char="–"/>
      <a:defRPr sz="1000" kern="1200">
        <a:solidFill>
          <a:schemeClr val="tx1"/>
        </a:solidFill>
        <a:latin typeface="+mn-lt"/>
        <a:ea typeface="+mn-ea"/>
        <a:cs typeface="+mn-cs"/>
      </a:defRPr>
    </a:lvl2pPr>
    <a:lvl3pPr marL="457200" indent="-115888" algn="l" defTabSz="914400" rtl="0" eaLnBrk="1" latinLnBrk="0" hangingPunct="1">
      <a:spcBef>
        <a:spcPts val="200"/>
      </a:spcBef>
      <a:buFont typeface="Arial" panose="020B0604020202020204" pitchFamily="34" charset="0"/>
      <a:buChar char="•"/>
      <a:defRPr sz="1000" kern="1200">
        <a:solidFill>
          <a:schemeClr val="tx1"/>
        </a:solidFill>
        <a:latin typeface="+mn-lt"/>
        <a:ea typeface="+mn-ea"/>
        <a:cs typeface="+mn-cs"/>
      </a:defRPr>
    </a:lvl3pPr>
    <a:lvl4pPr marL="627063" indent="-115888" algn="l" defTabSz="914400" rtl="0" eaLnBrk="1" latinLnBrk="0" hangingPunct="1">
      <a:spcBef>
        <a:spcPts val="200"/>
      </a:spcBef>
      <a:buFont typeface="Arial" panose="020B0604020202020204" pitchFamily="34" charset="0"/>
      <a:buChar char="–"/>
      <a:defRPr sz="1000" kern="1200">
        <a:solidFill>
          <a:schemeClr val="tx1"/>
        </a:solidFill>
        <a:latin typeface="+mn-lt"/>
        <a:ea typeface="+mn-ea"/>
        <a:cs typeface="+mn-cs"/>
      </a:defRPr>
    </a:lvl4pPr>
    <a:lvl5pPr marL="860425" indent="-171450" algn="l" defTabSz="914400" rtl="0" eaLnBrk="1" latinLnBrk="0" hangingPunct="1">
      <a:spcBef>
        <a:spcPts val="200"/>
      </a:spcBef>
      <a:buFont typeface="Arial" panose="020B0604020202020204" pitchFamily="34" charset="0"/>
      <a:buChar char="•"/>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pos="432" userDrawn="1">
          <p15:clr>
            <a:srgbClr val="F26B43"/>
          </p15:clr>
        </p15:guide>
        <p15:guide id="2" pos="3912"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notesMaster" Target="../notesMasters/notesMaster1.xml"/><Relationship Id="rId1" Type="http://schemas.openxmlformats.org/officeDocument/2006/relationships/tags" Target="../tags/tag19.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92150" y="692150"/>
            <a:ext cx="5518150" cy="31035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AF3A09-0EB5-429E-B7D0-FB28A7726D23}" type="slidenum">
              <a:rPr lang="en-US" smtClean="0"/>
              <a:t>1</a:t>
            </a:fld>
            <a:endParaRPr lang="en-US"/>
          </a:p>
        </p:txBody>
      </p:sp>
    </p:spTree>
    <p:extLst>
      <p:ext uri="{BB962C8B-B14F-4D97-AF65-F5344CB8AC3E}">
        <p14:creationId xmlns:p14="http://schemas.microsoft.com/office/powerpoint/2010/main" val="28106147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92150" y="692150"/>
            <a:ext cx="5518150" cy="3103563"/>
          </a:xfrm>
        </p:spPr>
      </p:sp>
      <p:sp>
        <p:nvSpPr>
          <p:cNvPr id="3" name="Notes Placeholder 2"/>
          <p:cNvSpPr>
            <a:spLocks noGrp="1"/>
          </p:cNvSpPr>
          <p:nvPr>
            <p:ph type="body" idx="1"/>
          </p:nvPr>
        </p:nvSpPr>
        <p:spPr/>
        <p:txBody>
          <a:bodyPr/>
          <a:lstStyle/>
          <a:p>
            <a:endParaRPr lang="en-US"/>
          </a:p>
        </p:txBody>
      </p:sp>
      <p:sp>
        <p:nvSpPr>
          <p:cNvPr id="5" name="Slide Number Placeholder 4"/>
          <p:cNvSpPr>
            <a:spLocks noGrp="1"/>
          </p:cNvSpPr>
          <p:nvPr>
            <p:ph type="sldNum" sz="quarter" idx="5"/>
          </p:nvPr>
        </p:nvSpPr>
        <p:spPr/>
        <p:txBody>
          <a:bodyPr/>
          <a:lstStyle/>
          <a:p>
            <a:fld id="{56AF3A09-0EB5-429E-B7D0-FB28A7726D23}" type="slidenum">
              <a:rPr lang="en-US" smtClean="0"/>
              <a:t>2</a:t>
            </a:fld>
            <a:endParaRPr lang="en-US"/>
          </a:p>
        </p:txBody>
      </p:sp>
    </p:spTree>
    <p:extLst>
      <p:ext uri="{BB962C8B-B14F-4D97-AF65-F5344CB8AC3E}">
        <p14:creationId xmlns:p14="http://schemas.microsoft.com/office/powerpoint/2010/main" val="30361795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92150" y="692150"/>
            <a:ext cx="5518150" cy="3103563"/>
          </a:xfrm>
        </p:spPr>
      </p:sp>
      <p:sp>
        <p:nvSpPr>
          <p:cNvPr id="3" name="Notes Placeholder 2"/>
          <p:cNvSpPr>
            <a:spLocks noGrp="1"/>
          </p:cNvSpPr>
          <p:nvPr>
            <p:ph type="body" idx="1"/>
          </p:nvPr>
        </p:nvSpPr>
        <p:spPr/>
        <p:txBody>
          <a:bodyPr/>
          <a:lstStyle/>
          <a:p>
            <a:endParaRPr lang="en-US"/>
          </a:p>
        </p:txBody>
      </p:sp>
      <p:sp>
        <p:nvSpPr>
          <p:cNvPr id="5" name="Slide Number Placeholder 4"/>
          <p:cNvSpPr>
            <a:spLocks noGrp="1"/>
          </p:cNvSpPr>
          <p:nvPr>
            <p:ph type="sldNum" sz="quarter" idx="5"/>
          </p:nvPr>
        </p:nvSpPr>
        <p:spPr/>
        <p:txBody>
          <a:bodyPr/>
          <a:lstStyle/>
          <a:p>
            <a:fld id="{56AF3A09-0EB5-429E-B7D0-FB28A7726D23}" type="slidenum">
              <a:rPr lang="en-US" smtClean="0"/>
              <a:t>3</a:t>
            </a:fld>
            <a:endParaRPr lang="en-US"/>
          </a:p>
        </p:txBody>
      </p:sp>
    </p:spTree>
    <p:extLst>
      <p:ext uri="{BB962C8B-B14F-4D97-AF65-F5344CB8AC3E}">
        <p14:creationId xmlns:p14="http://schemas.microsoft.com/office/powerpoint/2010/main" val="18223146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92150" y="692150"/>
            <a:ext cx="5518150" cy="3103563"/>
          </a:xfrm>
        </p:spPr>
      </p:sp>
      <p:sp>
        <p:nvSpPr>
          <p:cNvPr id="3" name="Notes Placeholder 2"/>
          <p:cNvSpPr>
            <a:spLocks noGrp="1"/>
          </p:cNvSpPr>
          <p:nvPr>
            <p:ph type="body" idx="1"/>
          </p:nvPr>
        </p:nvSpPr>
        <p:spPr/>
        <p:txBody>
          <a:bodyPr/>
          <a:lstStyle/>
          <a:p>
            <a:endParaRPr lang="en-US"/>
          </a:p>
        </p:txBody>
      </p:sp>
      <p:sp>
        <p:nvSpPr>
          <p:cNvPr id="5" name="Slide Number Placeholder 4"/>
          <p:cNvSpPr>
            <a:spLocks noGrp="1"/>
          </p:cNvSpPr>
          <p:nvPr>
            <p:ph type="sldNum" sz="quarter" idx="5"/>
          </p:nvPr>
        </p:nvSpPr>
        <p:spPr/>
        <p:txBody>
          <a:bodyPr/>
          <a:lstStyle/>
          <a:p>
            <a:fld id="{56AF3A09-0EB5-429E-B7D0-FB28A7726D23}" type="slidenum">
              <a:rPr lang="en-US" smtClean="0"/>
              <a:t>4</a:t>
            </a:fld>
            <a:endParaRPr lang="en-US"/>
          </a:p>
        </p:txBody>
      </p:sp>
    </p:spTree>
    <p:extLst>
      <p:ext uri="{BB962C8B-B14F-4D97-AF65-F5344CB8AC3E}">
        <p14:creationId xmlns:p14="http://schemas.microsoft.com/office/powerpoint/2010/main" val="6069199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0D274-C7A5-9A47-87CA-E18FE82B23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A49C02-7178-6063-4D77-6A888B0124D8}"/>
              </a:ext>
            </a:extLst>
          </p:cNvPr>
          <p:cNvSpPr>
            <a:spLocks noGrp="1" noRot="1" noChangeAspect="1"/>
          </p:cNvSpPr>
          <p:nvPr>
            <p:ph type="sldImg"/>
          </p:nvPr>
        </p:nvSpPr>
        <p:spPr>
          <a:xfrm>
            <a:off x="692150" y="692150"/>
            <a:ext cx="5518150" cy="3103563"/>
          </a:xfrm>
        </p:spPr>
      </p:sp>
      <p:sp>
        <p:nvSpPr>
          <p:cNvPr id="3" name="Notes Placeholder 2">
            <a:extLst>
              <a:ext uri="{FF2B5EF4-FFF2-40B4-BE49-F238E27FC236}">
                <a16:creationId xmlns:a16="http://schemas.microsoft.com/office/drawing/2014/main" id="{A90DE39A-46BA-E0F0-F499-5CE57E2A0AC8}"/>
              </a:ext>
            </a:extLst>
          </p:cNvPr>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654433A3-3CFB-993F-E96F-ECB57F2FE57A}"/>
              </a:ext>
            </a:extLst>
          </p:cNvPr>
          <p:cNvSpPr>
            <a:spLocks noGrp="1"/>
          </p:cNvSpPr>
          <p:nvPr>
            <p:ph type="sldNum" sz="quarter" idx="5"/>
          </p:nvPr>
        </p:nvSpPr>
        <p:spPr/>
        <p:txBody>
          <a:bodyPr/>
          <a:lstStyle/>
          <a:p>
            <a:fld id="{56AF3A09-0EB5-429E-B7D0-FB28A7726D23}" type="slidenum">
              <a:rPr lang="en-US" smtClean="0"/>
              <a:t>5</a:t>
            </a:fld>
            <a:endParaRPr lang="en-US"/>
          </a:p>
        </p:txBody>
      </p:sp>
    </p:spTree>
    <p:extLst>
      <p:ext uri="{BB962C8B-B14F-4D97-AF65-F5344CB8AC3E}">
        <p14:creationId xmlns:p14="http://schemas.microsoft.com/office/powerpoint/2010/main" val="37172054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E2953-1B0E-EE9C-431C-06F129F65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D395E7-2E6F-B87D-439F-C5AC10F41AE5}"/>
              </a:ext>
            </a:extLst>
          </p:cNvPr>
          <p:cNvSpPr>
            <a:spLocks noGrp="1" noRot="1" noChangeAspect="1"/>
          </p:cNvSpPr>
          <p:nvPr>
            <p:ph type="sldImg"/>
          </p:nvPr>
        </p:nvSpPr>
        <p:spPr>
          <a:xfrm>
            <a:off x="692150" y="692150"/>
            <a:ext cx="5518150" cy="3103563"/>
          </a:xfrm>
        </p:spPr>
      </p:sp>
      <p:sp>
        <p:nvSpPr>
          <p:cNvPr id="3" name="Notes Placeholder 2">
            <a:extLst>
              <a:ext uri="{FF2B5EF4-FFF2-40B4-BE49-F238E27FC236}">
                <a16:creationId xmlns:a16="http://schemas.microsoft.com/office/drawing/2014/main" id="{51A79DDB-EA01-6F8A-FF6C-4A0A4602D5DF}"/>
              </a:ext>
            </a:extLst>
          </p:cNvPr>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4D34C486-9FB2-DA04-F44D-4717865F13AF}"/>
              </a:ext>
            </a:extLst>
          </p:cNvPr>
          <p:cNvSpPr>
            <a:spLocks noGrp="1"/>
          </p:cNvSpPr>
          <p:nvPr>
            <p:ph type="sldNum" sz="quarter" idx="5"/>
          </p:nvPr>
        </p:nvSpPr>
        <p:spPr/>
        <p:txBody>
          <a:bodyPr/>
          <a:lstStyle/>
          <a:p>
            <a:fld id="{56AF3A09-0EB5-429E-B7D0-FB28A7726D23}" type="slidenum">
              <a:rPr lang="en-US" smtClean="0"/>
              <a:t>6</a:t>
            </a:fld>
            <a:endParaRPr lang="en-US"/>
          </a:p>
        </p:txBody>
      </p:sp>
    </p:spTree>
    <p:extLst>
      <p:ext uri="{BB962C8B-B14F-4D97-AF65-F5344CB8AC3E}">
        <p14:creationId xmlns:p14="http://schemas.microsoft.com/office/powerpoint/2010/main" val="2366524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A76DF-2F31-2E97-2F92-251CDD3D2C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DDF5C8-5A2F-1579-3E12-1C2AECE5034D}"/>
              </a:ext>
            </a:extLst>
          </p:cNvPr>
          <p:cNvSpPr>
            <a:spLocks noGrp="1" noRot="1" noChangeAspect="1"/>
          </p:cNvSpPr>
          <p:nvPr>
            <p:ph type="sldImg"/>
          </p:nvPr>
        </p:nvSpPr>
        <p:spPr>
          <a:xfrm>
            <a:off x="692150" y="692150"/>
            <a:ext cx="5518150" cy="3103563"/>
          </a:xfrm>
        </p:spPr>
      </p:sp>
      <p:sp>
        <p:nvSpPr>
          <p:cNvPr id="3" name="Notes Placeholder 2">
            <a:extLst>
              <a:ext uri="{FF2B5EF4-FFF2-40B4-BE49-F238E27FC236}">
                <a16:creationId xmlns:a16="http://schemas.microsoft.com/office/drawing/2014/main" id="{3CABC646-3379-EF72-DCBD-92A53489EC1D}"/>
              </a:ext>
            </a:extLst>
          </p:cNvPr>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38B96441-A2AA-487A-4D56-22C81275C157}"/>
              </a:ext>
            </a:extLst>
          </p:cNvPr>
          <p:cNvSpPr>
            <a:spLocks noGrp="1"/>
          </p:cNvSpPr>
          <p:nvPr>
            <p:ph type="sldNum" sz="quarter" idx="5"/>
          </p:nvPr>
        </p:nvSpPr>
        <p:spPr/>
        <p:txBody>
          <a:bodyPr/>
          <a:lstStyle/>
          <a:p>
            <a:fld id="{56AF3A09-0EB5-429E-B7D0-FB28A7726D23}" type="slidenum">
              <a:rPr lang="en-US" smtClean="0"/>
              <a:t>7</a:t>
            </a:fld>
            <a:endParaRPr lang="en-US"/>
          </a:p>
        </p:txBody>
      </p:sp>
    </p:spTree>
    <p:extLst>
      <p:ext uri="{BB962C8B-B14F-4D97-AF65-F5344CB8AC3E}">
        <p14:creationId xmlns:p14="http://schemas.microsoft.com/office/powerpoint/2010/main" val="22620264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68E61-34F2-8E13-310D-F70BDE5EE6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E08105-00C9-C076-3557-5C67A0190D4F}"/>
              </a:ext>
            </a:extLst>
          </p:cNvPr>
          <p:cNvSpPr>
            <a:spLocks noGrp="1" noRot="1" noChangeAspect="1"/>
          </p:cNvSpPr>
          <p:nvPr>
            <p:ph type="sldImg"/>
          </p:nvPr>
        </p:nvSpPr>
        <p:spPr>
          <a:xfrm>
            <a:off x="692150" y="692150"/>
            <a:ext cx="5518150" cy="3103563"/>
          </a:xfrm>
        </p:spPr>
      </p:sp>
      <p:sp>
        <p:nvSpPr>
          <p:cNvPr id="3" name="Notes Placeholder 2">
            <a:extLst>
              <a:ext uri="{FF2B5EF4-FFF2-40B4-BE49-F238E27FC236}">
                <a16:creationId xmlns:a16="http://schemas.microsoft.com/office/drawing/2014/main" id="{37EF03AF-415A-28C8-7B5D-1921DA27B6B5}"/>
              </a:ext>
            </a:extLst>
          </p:cNvPr>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C6762A82-6BFA-041F-94DE-6FAD870101F6}"/>
              </a:ext>
            </a:extLst>
          </p:cNvPr>
          <p:cNvSpPr>
            <a:spLocks noGrp="1"/>
          </p:cNvSpPr>
          <p:nvPr>
            <p:ph type="sldNum" sz="quarter" idx="5"/>
          </p:nvPr>
        </p:nvSpPr>
        <p:spPr/>
        <p:txBody>
          <a:bodyPr/>
          <a:lstStyle/>
          <a:p>
            <a:fld id="{56AF3A09-0EB5-429E-B7D0-FB28A7726D23}" type="slidenum">
              <a:rPr lang="en-US" smtClean="0"/>
              <a:t>8</a:t>
            </a:fld>
            <a:endParaRPr lang="en-US"/>
          </a:p>
        </p:txBody>
      </p:sp>
    </p:spTree>
    <p:extLst>
      <p:ext uri="{BB962C8B-B14F-4D97-AF65-F5344CB8AC3E}">
        <p14:creationId xmlns:p14="http://schemas.microsoft.com/office/powerpoint/2010/main" val="16487354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D0D68-1119-F07D-5EAE-24BEF23FCA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2BB931-180C-3572-DD6F-161835B1E516}"/>
              </a:ext>
            </a:extLst>
          </p:cNvPr>
          <p:cNvSpPr>
            <a:spLocks noGrp="1" noRot="1" noChangeAspect="1"/>
          </p:cNvSpPr>
          <p:nvPr>
            <p:ph type="sldImg"/>
          </p:nvPr>
        </p:nvSpPr>
        <p:spPr>
          <a:xfrm>
            <a:off x="692150" y="692150"/>
            <a:ext cx="5518150" cy="3103563"/>
          </a:xfrm>
        </p:spPr>
      </p:sp>
      <p:sp>
        <p:nvSpPr>
          <p:cNvPr id="3" name="Notes Placeholder 2">
            <a:extLst>
              <a:ext uri="{FF2B5EF4-FFF2-40B4-BE49-F238E27FC236}">
                <a16:creationId xmlns:a16="http://schemas.microsoft.com/office/drawing/2014/main" id="{B50BE975-F159-45B4-2906-DE07B282EC1B}"/>
              </a:ext>
            </a:extLst>
          </p:cNvPr>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441E052D-4F60-B999-0CB5-4245D5D0B4F1}"/>
              </a:ext>
            </a:extLst>
          </p:cNvPr>
          <p:cNvSpPr>
            <a:spLocks noGrp="1"/>
          </p:cNvSpPr>
          <p:nvPr>
            <p:ph type="sldNum" sz="quarter" idx="5"/>
          </p:nvPr>
        </p:nvSpPr>
        <p:spPr/>
        <p:txBody>
          <a:bodyPr/>
          <a:lstStyle/>
          <a:p>
            <a:fld id="{56AF3A09-0EB5-429E-B7D0-FB28A7726D23}" type="slidenum">
              <a:rPr lang="en-US" smtClean="0"/>
              <a:t>9</a:t>
            </a:fld>
            <a:endParaRPr lang="en-US"/>
          </a:p>
        </p:txBody>
      </p:sp>
    </p:spTree>
    <p:extLst>
      <p:ext uri="{BB962C8B-B14F-4D97-AF65-F5344CB8AC3E}">
        <p14:creationId xmlns:p14="http://schemas.microsoft.com/office/powerpoint/2010/main" val="31445593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C6DE0-501A-4359-E526-C6B932FE53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831D82-4259-81C5-641C-A35A429B6D6F}"/>
              </a:ext>
            </a:extLst>
          </p:cNvPr>
          <p:cNvSpPr>
            <a:spLocks noGrp="1" noRot="1" noChangeAspect="1"/>
          </p:cNvSpPr>
          <p:nvPr>
            <p:ph type="sldImg"/>
          </p:nvPr>
        </p:nvSpPr>
        <p:spPr>
          <a:xfrm>
            <a:off x="692150" y="692150"/>
            <a:ext cx="5518150" cy="3103563"/>
          </a:xfrm>
        </p:spPr>
      </p:sp>
      <p:sp>
        <p:nvSpPr>
          <p:cNvPr id="3" name="Notes Placeholder 2">
            <a:extLst>
              <a:ext uri="{FF2B5EF4-FFF2-40B4-BE49-F238E27FC236}">
                <a16:creationId xmlns:a16="http://schemas.microsoft.com/office/drawing/2014/main" id="{9E2161E0-548D-32F3-67A2-2FBE776EB4B9}"/>
              </a:ext>
            </a:extLst>
          </p:cNvPr>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9B293787-67C7-2468-F769-2DC81E63DC3C}"/>
              </a:ext>
            </a:extLst>
          </p:cNvPr>
          <p:cNvSpPr>
            <a:spLocks noGrp="1"/>
          </p:cNvSpPr>
          <p:nvPr>
            <p:ph type="sldNum" sz="quarter" idx="5"/>
          </p:nvPr>
        </p:nvSpPr>
        <p:spPr/>
        <p:txBody>
          <a:bodyPr/>
          <a:lstStyle/>
          <a:p>
            <a:fld id="{56AF3A09-0EB5-429E-B7D0-FB28A7726D23}" type="slidenum">
              <a:rPr lang="en-US" smtClean="0"/>
              <a:t>10</a:t>
            </a:fld>
            <a:endParaRPr lang="en-US"/>
          </a:p>
        </p:txBody>
      </p:sp>
    </p:spTree>
    <p:extLst>
      <p:ext uri="{BB962C8B-B14F-4D97-AF65-F5344CB8AC3E}">
        <p14:creationId xmlns:p14="http://schemas.microsoft.com/office/powerpoint/2010/main" val="9602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9EE36-786D-ACD5-12DC-2268373905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0DAD2F-ED58-7C82-C5E9-D2202E64BB98}"/>
              </a:ext>
            </a:extLst>
          </p:cNvPr>
          <p:cNvSpPr>
            <a:spLocks noGrp="1" noRot="1" noChangeAspect="1"/>
          </p:cNvSpPr>
          <p:nvPr>
            <p:ph type="sldImg"/>
          </p:nvPr>
        </p:nvSpPr>
        <p:spPr>
          <a:xfrm>
            <a:off x="692150" y="692150"/>
            <a:ext cx="5518150" cy="3103563"/>
          </a:xfrm>
        </p:spPr>
      </p:sp>
      <p:sp>
        <p:nvSpPr>
          <p:cNvPr id="3" name="Notes Placeholder 2">
            <a:extLst>
              <a:ext uri="{FF2B5EF4-FFF2-40B4-BE49-F238E27FC236}">
                <a16:creationId xmlns:a16="http://schemas.microsoft.com/office/drawing/2014/main" id="{B9DA025F-C62E-B7E3-83AD-D8BF396121E7}"/>
              </a:ext>
            </a:extLst>
          </p:cNvPr>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133C818C-DCA6-F2B5-0F75-7E388D2FD0AC}"/>
              </a:ext>
            </a:extLst>
          </p:cNvPr>
          <p:cNvSpPr>
            <a:spLocks noGrp="1"/>
          </p:cNvSpPr>
          <p:nvPr>
            <p:ph type="sldNum" sz="quarter" idx="5"/>
          </p:nvPr>
        </p:nvSpPr>
        <p:spPr/>
        <p:txBody>
          <a:bodyPr/>
          <a:lstStyle/>
          <a:p>
            <a:fld id="{56AF3A09-0EB5-429E-B7D0-FB28A7726D23}" type="slidenum">
              <a:rPr lang="en-US" smtClean="0"/>
              <a:t>11</a:t>
            </a:fld>
            <a:endParaRPr lang="en-US"/>
          </a:p>
        </p:txBody>
      </p:sp>
    </p:spTree>
    <p:extLst>
      <p:ext uri="{BB962C8B-B14F-4D97-AF65-F5344CB8AC3E}">
        <p14:creationId xmlns:p14="http://schemas.microsoft.com/office/powerpoint/2010/main" val="7983354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70B71-71E6-2FA2-7DCA-5AD530FBA7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8C8173-38AF-5E5F-2BD6-8A1F9CECDFEA}"/>
              </a:ext>
            </a:extLst>
          </p:cNvPr>
          <p:cNvSpPr>
            <a:spLocks noGrp="1" noRot="1" noChangeAspect="1"/>
          </p:cNvSpPr>
          <p:nvPr>
            <p:ph type="sldImg"/>
          </p:nvPr>
        </p:nvSpPr>
        <p:spPr>
          <a:xfrm>
            <a:off x="692150" y="692150"/>
            <a:ext cx="5518150" cy="3103563"/>
          </a:xfrm>
        </p:spPr>
      </p:sp>
      <p:sp>
        <p:nvSpPr>
          <p:cNvPr id="3" name="Notes Placeholder 2">
            <a:extLst>
              <a:ext uri="{FF2B5EF4-FFF2-40B4-BE49-F238E27FC236}">
                <a16:creationId xmlns:a16="http://schemas.microsoft.com/office/drawing/2014/main" id="{3EF6C556-A55C-B470-5D40-AD5724685550}"/>
              </a:ext>
            </a:extLst>
          </p:cNvPr>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24BE1AC8-E8D8-79D3-29EF-C12FB998D6BD}"/>
              </a:ext>
            </a:extLst>
          </p:cNvPr>
          <p:cNvSpPr>
            <a:spLocks noGrp="1"/>
          </p:cNvSpPr>
          <p:nvPr>
            <p:ph type="sldNum" sz="quarter" idx="5"/>
          </p:nvPr>
        </p:nvSpPr>
        <p:spPr/>
        <p:txBody>
          <a:bodyPr/>
          <a:lstStyle/>
          <a:p>
            <a:fld id="{56AF3A09-0EB5-429E-B7D0-FB28A7726D23}" type="slidenum">
              <a:rPr lang="en-US" smtClean="0"/>
              <a:t>12</a:t>
            </a:fld>
            <a:endParaRPr lang="en-US"/>
          </a:p>
        </p:txBody>
      </p:sp>
    </p:spTree>
    <p:extLst>
      <p:ext uri="{BB962C8B-B14F-4D97-AF65-F5344CB8AC3E}">
        <p14:creationId xmlns:p14="http://schemas.microsoft.com/office/powerpoint/2010/main" val="42827856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92150" y="692150"/>
            <a:ext cx="5518150" cy="3103563"/>
          </a:xfrm>
        </p:spPr>
      </p:sp>
      <p:sp>
        <p:nvSpPr>
          <p:cNvPr id="3" name="Notes Placeholder 2"/>
          <p:cNvSpPr>
            <a:spLocks noGrp="1"/>
          </p:cNvSpPr>
          <p:nvPr>
            <p:ph type="body" idx="1"/>
          </p:nvPr>
        </p:nvSpPr>
        <p:spPr/>
        <p:txBody>
          <a:bodyPr/>
          <a:lstStyle/>
          <a:p>
            <a:endParaRPr lang="en-US"/>
          </a:p>
        </p:txBody>
      </p:sp>
      <p:sp>
        <p:nvSpPr>
          <p:cNvPr id="5" name="Slide Number Placeholder 4"/>
          <p:cNvSpPr>
            <a:spLocks noGrp="1"/>
          </p:cNvSpPr>
          <p:nvPr>
            <p:ph type="sldNum" sz="quarter" idx="5"/>
          </p:nvPr>
        </p:nvSpPr>
        <p:spPr/>
        <p:txBody>
          <a:bodyPr/>
          <a:lstStyle/>
          <a:p>
            <a:fld id="{56AF3A09-0EB5-429E-B7D0-FB28A7726D23}" type="slidenum">
              <a:rPr lang="en-US" smtClean="0"/>
              <a:t>13</a:t>
            </a:fld>
            <a:endParaRPr lang="en-US"/>
          </a:p>
        </p:txBody>
      </p:sp>
    </p:spTree>
    <p:extLst>
      <p:ext uri="{BB962C8B-B14F-4D97-AF65-F5344CB8AC3E}">
        <p14:creationId xmlns:p14="http://schemas.microsoft.com/office/powerpoint/2010/main" val="27870598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92150" y="692150"/>
            <a:ext cx="5518150" cy="3103563"/>
          </a:xfrm>
        </p:spPr>
      </p:sp>
      <p:sp>
        <p:nvSpPr>
          <p:cNvPr id="3" name="Notes Placeholder 2"/>
          <p:cNvSpPr>
            <a:spLocks noGrp="1"/>
          </p:cNvSpPr>
          <p:nvPr>
            <p:ph type="body" idx="1"/>
          </p:nvPr>
        </p:nvSpPr>
        <p:spPr/>
        <p:txBody>
          <a:bodyPr/>
          <a:lstStyle/>
          <a:p>
            <a:endParaRPr lang="en-US"/>
          </a:p>
        </p:txBody>
      </p:sp>
      <p:sp>
        <p:nvSpPr>
          <p:cNvPr id="5" name="Slide Number Placeholder 4"/>
          <p:cNvSpPr>
            <a:spLocks noGrp="1"/>
          </p:cNvSpPr>
          <p:nvPr>
            <p:ph type="sldNum" sz="quarter" idx="11"/>
          </p:nvPr>
        </p:nvSpPr>
        <p:spPr/>
        <p:txBody>
          <a:bodyPr/>
          <a:lstStyle/>
          <a:p>
            <a:fld id="{56AF3A09-0EB5-429E-B7D0-FB28A7726D23}" type="slidenum">
              <a:rPr lang="en-US" smtClean="0"/>
              <a:t>14</a:t>
            </a:fld>
            <a:endParaRPr lang="en-US"/>
          </a:p>
        </p:txBody>
      </p:sp>
    </p:spTree>
    <p:extLst>
      <p:ext uri="{BB962C8B-B14F-4D97-AF65-F5344CB8AC3E}">
        <p14:creationId xmlns:p14="http://schemas.microsoft.com/office/powerpoint/2010/main" val="13682066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92150" y="692150"/>
            <a:ext cx="5518150" cy="31035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AF3A09-0EB5-429E-B7D0-FB28A7726D23}" type="slidenum">
              <a:rPr lang="en-US" smtClean="0"/>
              <a:t>15</a:t>
            </a:fld>
            <a:endParaRPr lang="en-US"/>
          </a:p>
        </p:txBody>
      </p:sp>
    </p:spTree>
    <p:extLst>
      <p:ext uri="{BB962C8B-B14F-4D97-AF65-F5344CB8AC3E}">
        <p14:creationId xmlns:p14="http://schemas.microsoft.com/office/powerpoint/2010/main" val="20159985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92150"/>
            <a:ext cx="5486400" cy="30861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a:xfrm>
            <a:off x="0" y="0"/>
            <a:ext cx="2971800" cy="458788"/>
          </a:xfrm>
          <a:prstGeom prst="rect">
            <a:avLst/>
          </a:prstGeom>
        </p:spPr>
        <p:txBody>
          <a:bodyPr/>
          <a:lstStyle/>
          <a:p>
            <a:endParaRPr lang="en-US"/>
          </a:p>
        </p:txBody>
      </p:sp>
      <p:sp>
        <p:nvSpPr>
          <p:cNvPr id="5" name="Footer Placeholder 4"/>
          <p:cNvSpPr>
            <a:spLocks noGrp="1"/>
          </p:cNvSpPr>
          <p:nvPr>
            <p:ph type="ftr" sz="quarter" idx="11"/>
            <p:custDataLst>
              <p:tags r:id="rId1"/>
            </p:custDataLst>
          </p:nvPr>
        </p:nvSpPr>
        <p:spPr>
          <a:xfrm>
            <a:off x="0" y="8928556"/>
            <a:ext cx="6858000" cy="215444"/>
          </a:xfrm>
          <a:prstGeom prst="rect">
            <a:avLst/>
          </a:prstGeom>
        </p:spPr>
        <p:txBody>
          <a:bodyPr/>
          <a:lstStyle/>
          <a:p>
            <a:pPr algn="ctr"/>
            <a:r>
              <a:rPr lang="en-US" sz="800">
                <a:solidFill>
                  <a:srgbClr val="000000"/>
                </a:solidFill>
                <a:latin typeface="Arial" panose="020B0604020202020204" pitchFamily="34" charset="0"/>
              </a:rPr>
              <a:t>RTX Corporation (Corporate) - Company Use
This document does not contain any export controlled technical material/data/information.</a:t>
            </a:r>
          </a:p>
        </p:txBody>
      </p:sp>
      <p:sp>
        <p:nvSpPr>
          <p:cNvPr id="6" name="Slide Number Placeholder 5"/>
          <p:cNvSpPr>
            <a:spLocks noGrp="1"/>
          </p:cNvSpPr>
          <p:nvPr>
            <p:ph type="sldNum" sz="quarter" idx="12"/>
          </p:nvPr>
        </p:nvSpPr>
        <p:spPr>
          <a:xfrm>
            <a:off x="3884613" y="8685213"/>
            <a:ext cx="2971800" cy="458787"/>
          </a:xfrm>
          <a:prstGeom prst="rect">
            <a:avLst/>
          </a:prstGeom>
        </p:spPr>
        <p:txBody>
          <a:bodyPr/>
          <a:lstStyle/>
          <a:p>
            <a:fld id="{5E1E3BB0-C8FD-40D9-9F39-577D7A163298}" type="slidenum">
              <a:rPr lang="en-US" smtClean="0"/>
              <a:t>16</a:t>
            </a:fld>
            <a:endParaRPr lang="en-US"/>
          </a:p>
        </p:txBody>
      </p:sp>
    </p:spTree>
    <p:extLst>
      <p:ext uri="{BB962C8B-B14F-4D97-AF65-F5344CB8AC3E}">
        <p14:creationId xmlns:p14="http://schemas.microsoft.com/office/powerpoint/2010/main" val="22976231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92150" y="692150"/>
            <a:ext cx="5518150" cy="3103563"/>
          </a:xfrm>
        </p:spPr>
      </p:sp>
      <p:sp>
        <p:nvSpPr>
          <p:cNvPr id="3" name="Notes Placeholder 2"/>
          <p:cNvSpPr>
            <a:spLocks noGrp="1"/>
          </p:cNvSpPr>
          <p:nvPr>
            <p:ph type="body" idx="1"/>
          </p:nvPr>
        </p:nvSpPr>
        <p:spPr/>
        <p:txBody>
          <a:bodyPr/>
          <a:lstStyle/>
          <a:p>
            <a:endParaRPr lang="en-US"/>
          </a:p>
        </p:txBody>
      </p:sp>
      <p:sp>
        <p:nvSpPr>
          <p:cNvPr id="5" name="Slide Number Placeholder 4"/>
          <p:cNvSpPr>
            <a:spLocks noGrp="1"/>
          </p:cNvSpPr>
          <p:nvPr>
            <p:ph type="sldNum" sz="quarter" idx="11"/>
          </p:nvPr>
        </p:nvSpPr>
        <p:spPr/>
        <p:txBody>
          <a:bodyPr/>
          <a:lstStyle/>
          <a:p>
            <a:fld id="{56AF3A09-0EB5-429E-B7D0-FB28A7726D23}" type="slidenum">
              <a:rPr lang="en-US" smtClean="0"/>
              <a:t>17</a:t>
            </a:fld>
            <a:endParaRPr lang="en-US"/>
          </a:p>
        </p:txBody>
      </p:sp>
    </p:spTree>
    <p:extLst>
      <p:ext uri="{BB962C8B-B14F-4D97-AF65-F5344CB8AC3E}">
        <p14:creationId xmlns:p14="http://schemas.microsoft.com/office/powerpoint/2010/main" val="40054847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ogo">
    <p:spTree>
      <p:nvGrpSpPr>
        <p:cNvPr id="1" name=""/>
        <p:cNvGrpSpPr/>
        <p:nvPr/>
      </p:nvGrpSpPr>
      <p:grpSpPr>
        <a:xfrm>
          <a:off x="0" y="0"/>
          <a:ext cx="0" cy="0"/>
          <a:chOff x="0" y="0"/>
          <a:chExt cx="0" cy="0"/>
        </a:xfrm>
      </p:grpSpPr>
      <p:cxnSp>
        <p:nvCxnSpPr>
          <p:cNvPr id="11" name="Straight Connector 10"/>
          <p:cNvCxnSpPr/>
          <p:nvPr userDrawn="1"/>
        </p:nvCxnSpPr>
        <p:spPr>
          <a:xfrm>
            <a:off x="694944" y="126143"/>
            <a:ext cx="10820399" cy="0"/>
          </a:xfrm>
          <a:prstGeom prst="line">
            <a:avLst/>
          </a:prstGeom>
          <a:ln w="2540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5" name="Picture 4" descr="Shape&#10;&#10;Description automatically generated with medium confidence">
            <a:extLst>
              <a:ext uri="{FF2B5EF4-FFF2-40B4-BE49-F238E27FC236}">
                <a16:creationId xmlns:a16="http://schemas.microsoft.com/office/drawing/2014/main" id="{84750835-1226-CAC9-B6EC-27DA83C89801}"/>
              </a:ext>
            </a:extLst>
          </p:cNvPr>
          <p:cNvPicPr>
            <a:picLocks noChangeAspect="1"/>
          </p:cNvPicPr>
          <p:nvPr userDrawn="1"/>
        </p:nvPicPr>
        <p:blipFill>
          <a:blip r:embed="rId2"/>
          <a:stretch>
            <a:fillRect/>
          </a:stretch>
        </p:blipFill>
        <p:spPr>
          <a:xfrm>
            <a:off x="3196868" y="2276402"/>
            <a:ext cx="4818546" cy="1846597"/>
          </a:xfrm>
          <a:prstGeom prst="rect">
            <a:avLst/>
          </a:prstGeom>
        </p:spPr>
      </p:pic>
    </p:spTree>
    <p:extLst>
      <p:ext uri="{BB962C8B-B14F-4D97-AF65-F5344CB8AC3E}">
        <p14:creationId xmlns:p14="http://schemas.microsoft.com/office/powerpoint/2010/main" val="344863139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Alternate Cover 1">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047D4CF5-81D0-0B0B-301E-E4A6D06867E3}"/>
              </a:ext>
            </a:extLst>
          </p:cNvPr>
          <p:cNvPicPr>
            <a:picLocks noChangeAspect="1"/>
          </p:cNvPicPr>
          <p:nvPr userDrawn="1"/>
        </p:nvPicPr>
        <p:blipFill>
          <a:blip r:embed="rId2"/>
          <a:srcRect/>
          <a:stretch/>
        </p:blipFill>
        <p:spPr>
          <a:xfrm>
            <a:off x="8994895" y="1450943"/>
            <a:ext cx="2532888" cy="2526602"/>
          </a:xfrm>
          <a:prstGeom prst="rect">
            <a:avLst/>
          </a:prstGeom>
        </p:spPr>
      </p:pic>
      <p:sp>
        <p:nvSpPr>
          <p:cNvPr id="6" name="Title 1"/>
          <p:cNvSpPr>
            <a:spLocks noGrp="1"/>
          </p:cNvSpPr>
          <p:nvPr>
            <p:ph type="title" hasCustomPrompt="1"/>
          </p:nvPr>
        </p:nvSpPr>
        <p:spPr>
          <a:xfrm>
            <a:off x="685800" y="2438400"/>
            <a:ext cx="7264401" cy="656591"/>
          </a:xfrm>
          <a:prstGeom prst="rect">
            <a:avLst/>
          </a:prstGeom>
          <a:effectLst/>
        </p:spPr>
        <p:txBody>
          <a:bodyPr lIns="0" tIns="0" rIns="0" bIns="0">
            <a:noAutofit/>
          </a:bodyPr>
          <a:lstStyle>
            <a:lvl1pPr marL="0" indent="0" algn="l">
              <a:defRPr sz="4400" b="1" baseline="0">
                <a:solidFill>
                  <a:schemeClr val="tx1"/>
                </a:solidFill>
              </a:defRPr>
            </a:lvl1pPr>
          </a:lstStyle>
          <a:p>
            <a:r>
              <a:rPr lang="en-US"/>
              <a:t>Presentation Title</a:t>
            </a:r>
          </a:p>
        </p:txBody>
      </p:sp>
      <p:sp>
        <p:nvSpPr>
          <p:cNvPr id="16" name="Rectangle 15"/>
          <p:cNvSpPr/>
          <p:nvPr userDrawn="1"/>
        </p:nvSpPr>
        <p:spPr bwMode="auto">
          <a:xfrm>
            <a:off x="3048" y="6463665"/>
            <a:ext cx="12188952" cy="365760"/>
          </a:xfrm>
          <a:prstGeom prst="rect">
            <a:avLst/>
          </a:prstGeom>
          <a:solidFill>
            <a:schemeClr val="bg1"/>
          </a:solidFill>
          <a:ln w="12700" algn="ctr">
            <a:noFill/>
            <a:miter lim="800000"/>
            <a:headEnd/>
            <a:tailEnd/>
          </a:ln>
        </p:spPr>
        <p:txBody>
          <a:bodyPr wrap="none" rtlCol="0" anchor="ctr"/>
          <a:lstStyle/>
          <a:p>
            <a:pPr algn="ctr"/>
            <a:endParaRPr lang="en-US" err="1"/>
          </a:p>
        </p:txBody>
      </p:sp>
      <p:sp>
        <p:nvSpPr>
          <p:cNvPr id="19" name="Text Placeholder 7"/>
          <p:cNvSpPr>
            <a:spLocks noGrp="1"/>
          </p:cNvSpPr>
          <p:nvPr>
            <p:ph type="body" sz="quarter" idx="13" hasCustomPrompt="1"/>
          </p:nvPr>
        </p:nvSpPr>
        <p:spPr>
          <a:xfrm>
            <a:off x="685800" y="2028517"/>
            <a:ext cx="7264401" cy="249299"/>
          </a:xfrm>
        </p:spPr>
        <p:txBody>
          <a:bodyPr wrap="square">
            <a:spAutoFit/>
          </a:bodyPr>
          <a:lstStyle>
            <a:lvl1pPr marL="0" indent="0">
              <a:buNone/>
              <a:defRPr lang="en-US" sz="1800" spc="0" baseline="0" smtClean="0">
                <a:solidFill>
                  <a:schemeClr val="tx2"/>
                </a:solidFill>
                <a:latin typeface="+mn-lt"/>
              </a:defRPr>
            </a:lvl1pPr>
            <a:lvl2pPr marL="300559" indent="0">
              <a:buNone/>
              <a:defRPr lang="en-US" sz="2400" smtClean="0">
                <a:latin typeface="+mn-lt"/>
              </a:defRPr>
            </a:lvl2pPr>
            <a:lvl3pPr marL="922844" indent="0">
              <a:buNone/>
              <a:defRPr lang="en-US" sz="2400" smtClean="0">
                <a:latin typeface="+mn-lt"/>
              </a:defRPr>
            </a:lvl3pPr>
            <a:lvl4pPr marL="1521844" indent="0">
              <a:buNone/>
              <a:defRPr lang="en-US" sz="2400" smtClean="0">
                <a:latin typeface="+mn-lt"/>
              </a:defRPr>
            </a:lvl4pPr>
            <a:lvl5pPr marL="2131429" indent="0">
              <a:buNone/>
              <a:defRPr lang="en-US" sz="2400">
                <a:latin typeface="+mn-lt"/>
              </a:defRPr>
            </a:lvl5pPr>
          </a:lstStyle>
          <a:p>
            <a:pPr marL="0" marR="0" lvl="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Technical Track Name - Subhead 16 pt. white. Sentence case.</a:t>
            </a:r>
          </a:p>
        </p:txBody>
      </p:sp>
      <p:sp>
        <p:nvSpPr>
          <p:cNvPr id="8" name="Text Placeholder 2"/>
          <p:cNvSpPr>
            <a:spLocks noGrp="1"/>
          </p:cNvSpPr>
          <p:nvPr>
            <p:ph type="body" sz="quarter" idx="11" hasCustomPrompt="1"/>
          </p:nvPr>
        </p:nvSpPr>
        <p:spPr>
          <a:xfrm>
            <a:off x="685800" y="3413005"/>
            <a:ext cx="7264401" cy="1211781"/>
          </a:xfrm>
        </p:spPr>
        <p:txBody>
          <a:bodyPr anchor="t">
            <a:normAutofit/>
          </a:bodyPr>
          <a:lstStyle>
            <a:lvl1pPr marL="0" indent="0">
              <a:buNone/>
              <a:defRPr sz="2400" b="0" baseline="0"/>
            </a:lvl1pPr>
            <a:lvl2pPr marL="306910" indent="0">
              <a:buNone/>
              <a:defRPr/>
            </a:lvl2pPr>
            <a:lvl3pPr marL="615935" indent="0">
              <a:buNone/>
              <a:defRPr/>
            </a:lvl3pPr>
            <a:lvl4pPr marL="912260" indent="0">
              <a:buNone/>
              <a:defRPr/>
            </a:lvl4pPr>
            <a:lvl5pPr marL="1219170" indent="0">
              <a:buNone/>
              <a:defRPr/>
            </a:lvl5pPr>
          </a:lstStyle>
          <a:p>
            <a:pPr lvl="0"/>
            <a:r>
              <a:rPr lang="en-US"/>
              <a:t>Business or subtitle</a:t>
            </a:r>
            <a:br>
              <a:rPr lang="en-US"/>
            </a:br>
            <a:r>
              <a:rPr lang="en-US"/>
              <a:t>Presenter name</a:t>
            </a:r>
            <a:br>
              <a:rPr lang="en-US"/>
            </a:br>
            <a:br>
              <a:rPr lang="en-US"/>
            </a:br>
            <a:r>
              <a:rPr lang="en-US"/>
              <a:t>Date</a:t>
            </a:r>
          </a:p>
        </p:txBody>
      </p:sp>
      <p:pic>
        <p:nvPicPr>
          <p:cNvPr id="4" name="Picture 3" descr="A picture containing text&#10;&#10;Description automatically generated">
            <a:extLst>
              <a:ext uri="{FF2B5EF4-FFF2-40B4-BE49-F238E27FC236}">
                <a16:creationId xmlns:a16="http://schemas.microsoft.com/office/drawing/2014/main" id="{59B9521C-B3E3-A213-D5ED-1F4AB257D285}"/>
              </a:ext>
            </a:extLst>
          </p:cNvPr>
          <p:cNvPicPr>
            <a:picLocks noChangeAspect="1"/>
          </p:cNvPicPr>
          <p:nvPr userDrawn="1"/>
        </p:nvPicPr>
        <p:blipFill>
          <a:blip r:embed="rId3"/>
          <a:stretch>
            <a:fillRect/>
          </a:stretch>
        </p:blipFill>
        <p:spPr>
          <a:xfrm>
            <a:off x="674225" y="5280023"/>
            <a:ext cx="3365292" cy="970464"/>
          </a:xfrm>
          <a:prstGeom prst="rect">
            <a:avLst/>
          </a:prstGeom>
        </p:spPr>
      </p:pic>
      <p:pic>
        <p:nvPicPr>
          <p:cNvPr id="2" name="Picture 1">
            <a:extLst>
              <a:ext uri="{FF2B5EF4-FFF2-40B4-BE49-F238E27FC236}">
                <a16:creationId xmlns:a16="http://schemas.microsoft.com/office/drawing/2014/main" id="{A96D2F1F-166F-639D-F51B-CDD6C1599F54}"/>
              </a:ext>
            </a:extLst>
          </p:cNvPr>
          <p:cNvPicPr>
            <a:picLocks noChangeAspect="1"/>
          </p:cNvPicPr>
          <p:nvPr userDrawn="1"/>
        </p:nvPicPr>
        <p:blipFill>
          <a:blip r:embed="rId4">
            <a:extLst>
              <a:ext uri="{BEBA8EAE-BF5A-486C-A8C5-ECC9F3942E4B}">
                <a14:imgProps xmlns:a14="http://schemas.microsoft.com/office/drawing/2010/main">
                  <a14:imgLayer r:embed="rId5">
                    <a14:imgEffect>
                      <a14:backgroundRemoval t="4906" b="97736" l="1471" r="97924">
                        <a14:foregroundMark x1="3633" y1="14717" x2="3633" y2="14717"/>
                        <a14:foregroundMark x1="3633" y1="12075" x2="32007" y2="21132"/>
                        <a14:foregroundMark x1="32007" y1="21132" x2="70329" y2="12830"/>
                        <a14:foregroundMark x1="70329" y1="12830" x2="91436" y2="24151"/>
                        <a14:foregroundMark x1="91436" y1="24151" x2="95761" y2="37358"/>
                        <a14:foregroundMark x1="95761" y1="37358" x2="94377" y2="60377"/>
                        <a14:foregroundMark x1="94377" y1="60377" x2="90311" y2="89811"/>
                        <a14:foregroundMark x1="90311" y1="89811" x2="7007" y2="87547"/>
                        <a14:foregroundMark x1="7007" y1="87547" x2="1644" y2="78868"/>
                        <a14:foregroundMark x1="1644" y1="78868" x2="865" y2="58868"/>
                        <a14:foregroundMark x1="865" y1="58868" x2="1990" y2="25283"/>
                        <a14:foregroundMark x1="1990" y1="25283" x2="3979" y2="11698"/>
                        <a14:foregroundMark x1="1903" y1="35094" x2="13841" y2="58491"/>
                        <a14:foregroundMark x1="13841" y1="58491" x2="2595" y2="33962"/>
                        <a14:foregroundMark x1="2595" y1="33962" x2="1557" y2="35849"/>
                        <a14:foregroundMark x1="5190" y1="36604" x2="11851" y2="35849"/>
                        <a14:foregroundMark x1="11851" y1="35849" x2="16003" y2="48302"/>
                        <a14:foregroundMark x1="16003" y1="48302" x2="11073" y2="61887"/>
                        <a14:foregroundMark x1="11073" y1="61887" x2="3201" y2="63396"/>
                        <a14:foregroundMark x1="3201" y1="63396" x2="3374" y2="37736"/>
                        <a14:foregroundMark x1="3374" y1="37736" x2="6661" y2="36981"/>
                        <a14:foregroundMark x1="19810" y1="40000" x2="19810" y2="40000"/>
                        <a14:foregroundMark x1="21799" y1="36604" x2="21799" y2="36604"/>
                        <a14:foregroundMark x1="10986" y1="42642" x2="10986" y2="42642"/>
                        <a14:foregroundMark x1="9256" y1="40755" x2="10294" y2="49057"/>
                        <a14:foregroundMark x1="13322" y1="41132" x2="12889" y2="41132"/>
                        <a14:foregroundMark x1="8045" y1="40000" x2="6315" y2="50943"/>
                        <a14:foregroundMark x1="7699" y1="52075" x2="8824" y2="53962"/>
                        <a14:foregroundMark x1="5536" y1="35849" x2="9429" y2="50189"/>
                        <a14:foregroundMark x1="9429" y1="50189" x2="7353" y2="32830"/>
                        <a14:foregroundMark x1="7353" y1="32830" x2="6142" y2="34340"/>
                        <a14:foregroundMark x1="5882" y1="36226" x2="5796" y2="36981"/>
                        <a14:foregroundMark x1="5969" y1="38868" x2="5969" y2="39623"/>
                        <a14:foregroundMark x1="5277" y1="44906" x2="5623" y2="52075"/>
                        <a14:foregroundMark x1="9083" y1="41887" x2="11073" y2="41887"/>
                        <a14:foregroundMark x1="12370" y1="43396" x2="13581" y2="54340"/>
                        <a14:foregroundMark x1="18945" y1="89057" x2="27855" y2="91321"/>
                        <a14:foregroundMark x1="27855" y1="91321" x2="64273" y2="89434"/>
                        <a14:foregroundMark x1="64273" y1="89434" x2="89792" y2="95472"/>
                        <a14:foregroundMark x1="89792" y1="95472" x2="95761" y2="92453"/>
                        <a14:foregroundMark x1="95761" y1="92453" x2="98270" y2="38868"/>
                        <a14:foregroundMark x1="98270" y1="38868" x2="97837" y2="15849"/>
                        <a14:foregroundMark x1="97837" y1="15849" x2="92128" y2="5660"/>
                        <a14:foregroundMark x1="92128" y1="5660" x2="30363" y2="14340"/>
                        <a14:foregroundMark x1="30363" y1="14340" x2="21972" y2="25660"/>
                        <a14:foregroundMark x1="21972" y1="25660" x2="16955" y2="50566"/>
                        <a14:foregroundMark x1="16955" y1="50566" x2="16522" y2="72075"/>
                        <a14:foregroundMark x1="16522" y1="72075" x2="18858" y2="89057"/>
                        <a14:foregroundMark x1="18858" y1="89057" x2="19204" y2="89434"/>
                        <a14:foregroundMark x1="96021" y1="4906" x2="98443" y2="23774"/>
                        <a14:foregroundMark x1="98443" y1="23774" x2="97318" y2="82642"/>
                        <a14:foregroundMark x1="97318" y1="82642" x2="94723" y2="97736"/>
                        <a14:foregroundMark x1="94723" y1="97736" x2="94723" y2="97736"/>
                        <a14:foregroundMark x1="98962" y1="89057" x2="99481" y2="29057"/>
                        <a14:foregroundMark x1="99481" y1="29057" x2="97924" y2="7925"/>
                        <a14:foregroundMark x1="97924" y1="7925" x2="97145" y2="6792"/>
                        <a14:foregroundMark x1="82007" y1="34717" x2="76817" y2="40755"/>
                        <a14:foregroundMark x1="76817" y1="40755" x2="76817" y2="33962"/>
                        <a14:foregroundMark x1="67734" y1="30189" x2="61678" y2="35849"/>
                        <a14:foregroundMark x1="61678" y1="35849" x2="63581" y2="30189"/>
                        <a14:foregroundMark x1="64792" y1="36981" x2="63235" y2="34717"/>
                        <a14:foregroundMark x1="44204" y1="25283" x2="38668" y2="35472"/>
                        <a14:foregroundMark x1="38668" y1="35472" x2="42561" y2="51321"/>
                        <a14:foregroundMark x1="42561" y1="51321" x2="43772" y2="30189"/>
                        <a14:foregroundMark x1="43772" y1="30189" x2="42734" y2="25283"/>
                        <a14:foregroundMark x1="37284" y1="24906" x2="32872" y2="38491"/>
                        <a14:foregroundMark x1="32872" y1="38491" x2="39100" y2="46415"/>
                        <a14:foregroundMark x1="39100" y1="46415" x2="37889" y2="22642"/>
                        <a14:foregroundMark x1="37889" y1="22642" x2="36246" y2="22264"/>
                        <a14:foregroundMark x1="27595" y1="23774" x2="23616" y2="34340"/>
                        <a14:foregroundMark x1="23616" y1="34340" x2="28201" y2="53962"/>
                        <a14:foregroundMark x1="28201" y1="53962" x2="27855" y2="26792"/>
                        <a14:foregroundMark x1="27855" y1="26792" x2="25346" y2="21132"/>
                        <a14:foregroundMark x1="30882" y1="21509" x2="27768" y2="38491"/>
                        <a14:foregroundMark x1="27768" y1="38491" x2="29671" y2="57358"/>
                        <a14:foregroundMark x1="29671" y1="57358" x2="31661" y2="36226"/>
                        <a14:foregroundMark x1="31661" y1="36226" x2="29498" y2="21509"/>
                        <a14:backgroundMark x1="692" y1="2642" x2="692" y2="2642"/>
                        <a14:backgroundMark x1="87" y1="18868" x2="87" y2="18868"/>
                      </a14:backgroundRemoval>
                    </a14:imgEffect>
                  </a14:imgLayer>
                </a14:imgProps>
              </a:ext>
            </a:extLst>
          </a:blip>
          <a:stretch>
            <a:fillRect/>
          </a:stretch>
        </p:blipFill>
        <p:spPr>
          <a:xfrm>
            <a:off x="616402" y="428074"/>
            <a:ext cx="3701598" cy="848550"/>
          </a:xfrm>
          <a:prstGeom prst="rect">
            <a:avLst/>
          </a:prstGeom>
        </p:spPr>
      </p:pic>
    </p:spTree>
    <p:extLst>
      <p:ext uri="{BB962C8B-B14F-4D97-AF65-F5344CB8AC3E}">
        <p14:creationId xmlns:p14="http://schemas.microsoft.com/office/powerpoint/2010/main" val="967944670"/>
      </p:ext>
    </p:extLst>
  </p:cSld>
  <p:clrMapOvr>
    <a:masterClrMapping/>
  </p:clrMapOvr>
  <p:transition>
    <p:fade/>
  </p:transition>
  <p:extLst>
    <p:ext uri="{DCECCB84-F9BA-43D5-87BE-67443E8EF086}">
      <p15:sldGuideLst xmlns:p15="http://schemas.microsoft.com/office/powerpoint/2012/main">
        <p15:guide id="1" orient="horz" pos="38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Atmospher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BFDDC3E-EF99-2F35-211C-AA14D7C22464}"/>
              </a:ext>
            </a:extLst>
          </p:cNvPr>
          <p:cNvPicPr>
            <a:picLocks noChangeAspect="1"/>
          </p:cNvPicPr>
          <p:nvPr userDrawn="1"/>
        </p:nvPicPr>
        <p:blipFill>
          <a:blip r:embed="rId2" cstate="hqprint">
            <a:extLst>
              <a:ext uri="{28A0092B-C50C-407E-A947-70E740481C1C}">
                <a14:useLocalDpi xmlns:a14="http://schemas.microsoft.com/office/drawing/2010/main"/>
              </a:ext>
            </a:extLst>
          </a:blip>
          <a:srcRect t="10877" b="16199"/>
          <a:stretch>
            <a:fillRect/>
          </a:stretch>
        </p:blipFill>
        <p:spPr>
          <a:xfrm>
            <a:off x="0" y="0"/>
            <a:ext cx="12192001" cy="5001162"/>
          </a:xfrm>
          <a:prstGeom prst="roundRect">
            <a:avLst>
              <a:gd name="adj" fmla="val 0"/>
            </a:avLst>
          </a:prstGeom>
          <a:solidFill>
            <a:srgbClr val="FFFFFF">
              <a:shade val="85000"/>
            </a:srgbClr>
          </a:solidFill>
          <a:ln>
            <a:noFill/>
          </a:ln>
          <a:effectLst/>
        </p:spPr>
      </p:pic>
      <p:pic>
        <p:nvPicPr>
          <p:cNvPr id="10" name="Graphic 9">
            <a:extLst>
              <a:ext uri="{FF2B5EF4-FFF2-40B4-BE49-F238E27FC236}">
                <a16:creationId xmlns:a16="http://schemas.microsoft.com/office/drawing/2014/main" id="{245FD8BF-A1AC-3572-3BBC-C25D60CAEEA8}"/>
              </a:ext>
            </a:extLst>
          </p:cNvPr>
          <p:cNvPicPr>
            <a:picLocks noChangeAspect="1"/>
          </p:cNvPicPr>
          <p:nvPr userDrawn="1"/>
        </p:nvPicPr>
        <p:blipFill>
          <a:blip r:embed="rId3"/>
          <a:srcRect/>
          <a:stretch/>
        </p:blipFill>
        <p:spPr>
          <a:xfrm>
            <a:off x="8258938" y="1744433"/>
            <a:ext cx="1688758" cy="1684567"/>
          </a:xfrm>
          <a:prstGeom prst="rect">
            <a:avLst/>
          </a:prstGeom>
        </p:spPr>
      </p:pic>
      <p:sp>
        <p:nvSpPr>
          <p:cNvPr id="8" name="Date">
            <a:extLst>
              <a:ext uri="{FF2B5EF4-FFF2-40B4-BE49-F238E27FC236}">
                <a16:creationId xmlns:a16="http://schemas.microsoft.com/office/drawing/2014/main" id="{B58BFE7C-D752-FE5A-5F65-483EC83FEB92}"/>
              </a:ext>
            </a:extLst>
          </p:cNvPr>
          <p:cNvSpPr>
            <a:spLocks noGrp="1"/>
          </p:cNvSpPr>
          <p:nvPr>
            <p:ph type="body" sz="quarter" idx="14" hasCustomPrompt="1"/>
          </p:nvPr>
        </p:nvSpPr>
        <p:spPr>
          <a:xfrm>
            <a:off x="6256115" y="6090574"/>
            <a:ext cx="1866900" cy="166199"/>
          </a:xfrm>
          <a:noFill/>
        </p:spPr>
        <p:txBody>
          <a:bodyPr>
            <a:spAutoFit/>
          </a:bodyPr>
          <a:lstStyle>
            <a:lvl1pPr>
              <a:defRPr sz="1200" b="0">
                <a:solidFill>
                  <a:schemeClr val="tx1"/>
                </a:solidFill>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Date</a:t>
            </a:r>
          </a:p>
        </p:txBody>
      </p:sp>
      <p:sp>
        <p:nvSpPr>
          <p:cNvPr id="9" name="Presenters">
            <a:extLst>
              <a:ext uri="{FF2B5EF4-FFF2-40B4-BE49-F238E27FC236}">
                <a16:creationId xmlns:a16="http://schemas.microsoft.com/office/drawing/2014/main" id="{7B42B0BC-BD4F-6368-6F29-30E915528596}"/>
              </a:ext>
            </a:extLst>
          </p:cNvPr>
          <p:cNvSpPr>
            <a:spLocks noGrp="1"/>
          </p:cNvSpPr>
          <p:nvPr>
            <p:ph type="body" sz="quarter" idx="13" hasCustomPrompt="1"/>
          </p:nvPr>
        </p:nvSpPr>
        <p:spPr>
          <a:xfrm>
            <a:off x="6256115" y="5468381"/>
            <a:ext cx="5257799" cy="443198"/>
          </a:xfrm>
          <a:noFill/>
        </p:spPr>
        <p:txBody>
          <a:bodyPr vert="horz" wrap="square" lIns="0" tIns="0" rIns="0" bIns="0" rtlCol="0">
            <a:spAutoFit/>
          </a:bodyPr>
          <a:lstStyle>
            <a:lvl1pPr>
              <a:defRPr lang="en-US" sz="1600" baseline="0" dirty="0"/>
            </a:lvl1pPr>
          </a:lstStyle>
          <a:p>
            <a:pPr marR="0" lvl="0" fontAlgn="auto">
              <a:spcAft>
                <a:spcPts val="0"/>
              </a:spcAft>
              <a:buClrTx/>
              <a:tabLst/>
            </a:pPr>
            <a:r>
              <a:rPr lang="en-US"/>
              <a:t>Name, Title, Function. 16 pt. black.</a:t>
            </a:r>
          </a:p>
          <a:p>
            <a:pPr marR="0" lvl="0" fontAlgn="auto">
              <a:spcAft>
                <a:spcPts val="0"/>
              </a:spcAft>
              <a:buClrTx/>
              <a:tabLst/>
            </a:pPr>
            <a:r>
              <a:rPr lang="en-US"/>
              <a:t>Name, Title, Function. 16 pt. black.</a:t>
            </a:r>
          </a:p>
        </p:txBody>
      </p:sp>
      <p:pic>
        <p:nvPicPr>
          <p:cNvPr id="4" name="Picture 3" descr="A picture containing text&#10;&#10;Description automatically generated">
            <a:extLst>
              <a:ext uri="{FF2B5EF4-FFF2-40B4-BE49-F238E27FC236}">
                <a16:creationId xmlns:a16="http://schemas.microsoft.com/office/drawing/2014/main" id="{C7B615CD-007F-EA33-A32C-D3874FFEF73F}"/>
              </a:ext>
            </a:extLst>
          </p:cNvPr>
          <p:cNvPicPr>
            <a:picLocks noChangeAspect="1"/>
          </p:cNvPicPr>
          <p:nvPr userDrawn="1"/>
        </p:nvPicPr>
        <p:blipFill>
          <a:blip r:embed="rId4"/>
          <a:stretch>
            <a:fillRect/>
          </a:stretch>
        </p:blipFill>
        <p:spPr>
          <a:xfrm>
            <a:off x="674225" y="5280023"/>
            <a:ext cx="3365292" cy="970464"/>
          </a:xfrm>
          <a:prstGeom prst="rect">
            <a:avLst/>
          </a:prstGeom>
        </p:spPr>
      </p:pic>
      <p:sp>
        <p:nvSpPr>
          <p:cNvPr id="5" name="Title 4">
            <a:extLst>
              <a:ext uri="{FF2B5EF4-FFF2-40B4-BE49-F238E27FC236}">
                <a16:creationId xmlns:a16="http://schemas.microsoft.com/office/drawing/2014/main" id="{13580F37-B3A9-FCF7-A6A3-1F87DBC17D68}"/>
              </a:ext>
            </a:extLst>
          </p:cNvPr>
          <p:cNvSpPr>
            <a:spLocks noGrp="1"/>
          </p:cNvSpPr>
          <p:nvPr>
            <p:ph type="title" hasCustomPrompt="1"/>
          </p:nvPr>
        </p:nvSpPr>
        <p:spPr>
          <a:xfrm>
            <a:off x="685800" y="3638859"/>
            <a:ext cx="7162800" cy="664797"/>
          </a:xfrm>
        </p:spPr>
        <p:txBody>
          <a:bodyPr vert="horz" wrap="square" lIns="0" tIns="0" rIns="0" bIns="0" rtlCol="0" anchor="b" anchorCtr="0">
            <a:spAutoFit/>
          </a:bodyPr>
          <a:lstStyle>
            <a:lvl1pPr>
              <a:defRPr lang="en-US" sz="4800">
                <a:solidFill>
                  <a:schemeClr val="bg2"/>
                </a:solidFill>
              </a:defRPr>
            </a:lvl1pPr>
          </a:lstStyle>
          <a:p>
            <a:pPr lvl="0"/>
            <a:r>
              <a:rPr lang="en-US"/>
              <a:t>Title</a:t>
            </a:r>
          </a:p>
        </p:txBody>
      </p:sp>
      <p:sp>
        <p:nvSpPr>
          <p:cNvPr id="6" name="Presenters">
            <a:extLst>
              <a:ext uri="{FF2B5EF4-FFF2-40B4-BE49-F238E27FC236}">
                <a16:creationId xmlns:a16="http://schemas.microsoft.com/office/drawing/2014/main" id="{25F91A2E-4F9A-14F9-C87C-1AE4FA205BEB}"/>
              </a:ext>
            </a:extLst>
          </p:cNvPr>
          <p:cNvSpPr>
            <a:spLocks noGrp="1"/>
          </p:cNvSpPr>
          <p:nvPr>
            <p:ph type="body" sz="quarter" idx="15" hasCustomPrompt="1"/>
          </p:nvPr>
        </p:nvSpPr>
        <p:spPr>
          <a:xfrm>
            <a:off x="676776" y="4492807"/>
            <a:ext cx="5257799" cy="307829"/>
          </a:xfrm>
          <a:noFill/>
        </p:spPr>
        <p:txBody>
          <a:bodyPr vert="horz" lIns="0" tIns="0" rIns="0" bIns="0" rtlCol="0">
            <a:noAutofit/>
          </a:bodyPr>
          <a:lstStyle>
            <a:lvl1pPr marL="0" marR="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600" b="0" baseline="0">
                <a:solidFill>
                  <a:schemeClr val="bg2"/>
                </a:solidFill>
              </a:defRPr>
            </a:lvl1pPr>
          </a:lstStyle>
          <a:p>
            <a:pPr marL="0" marR="0" lvl="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Technical Track Name - Subhead 16 pt. white. Sentence case.</a:t>
            </a:r>
          </a:p>
        </p:txBody>
      </p:sp>
      <p:pic>
        <p:nvPicPr>
          <p:cNvPr id="12" name="Picture 11">
            <a:extLst>
              <a:ext uri="{FF2B5EF4-FFF2-40B4-BE49-F238E27FC236}">
                <a16:creationId xmlns:a16="http://schemas.microsoft.com/office/drawing/2014/main" id="{75FD057A-3BFC-628B-B399-793B2A962577}"/>
              </a:ext>
            </a:extLst>
          </p:cNvPr>
          <p:cNvPicPr>
            <a:picLocks noChangeAspect="1"/>
          </p:cNvPicPr>
          <p:nvPr userDrawn="1"/>
        </p:nvPicPr>
        <p:blipFill>
          <a:blip r:embed="rId5">
            <a:extLst>
              <a:ext uri="{BEBA8EAE-BF5A-486C-A8C5-ECC9F3942E4B}">
                <a14:imgProps xmlns:a14="http://schemas.microsoft.com/office/drawing/2010/main">
                  <a14:imgLayer r:embed="rId6">
                    <a14:imgEffect>
                      <a14:backgroundRemoval t="4906" b="97736" l="1471" r="97924">
                        <a14:foregroundMark x1="3633" y1="14717" x2="3633" y2="14717"/>
                        <a14:foregroundMark x1="3633" y1="12075" x2="32007" y2="21132"/>
                        <a14:foregroundMark x1="32007" y1="21132" x2="70329" y2="12830"/>
                        <a14:foregroundMark x1="70329" y1="12830" x2="91436" y2="24151"/>
                        <a14:foregroundMark x1="91436" y1="24151" x2="95761" y2="37358"/>
                        <a14:foregroundMark x1="95761" y1="37358" x2="94377" y2="60377"/>
                        <a14:foregroundMark x1="94377" y1="60377" x2="90311" y2="89811"/>
                        <a14:foregroundMark x1="90311" y1="89811" x2="7007" y2="87547"/>
                        <a14:foregroundMark x1="7007" y1="87547" x2="1644" y2="78868"/>
                        <a14:foregroundMark x1="1644" y1="78868" x2="865" y2="58868"/>
                        <a14:foregroundMark x1="865" y1="58868" x2="1990" y2="25283"/>
                        <a14:foregroundMark x1="1990" y1="25283" x2="3979" y2="11698"/>
                        <a14:foregroundMark x1="1903" y1="35094" x2="13841" y2="58491"/>
                        <a14:foregroundMark x1="13841" y1="58491" x2="2595" y2="33962"/>
                        <a14:foregroundMark x1="2595" y1="33962" x2="1557" y2="35849"/>
                        <a14:foregroundMark x1="5190" y1="36604" x2="11851" y2="35849"/>
                        <a14:foregroundMark x1="11851" y1="35849" x2="16003" y2="48302"/>
                        <a14:foregroundMark x1="16003" y1="48302" x2="11073" y2="61887"/>
                        <a14:foregroundMark x1="11073" y1="61887" x2="3201" y2="63396"/>
                        <a14:foregroundMark x1="3201" y1="63396" x2="3374" y2="37736"/>
                        <a14:foregroundMark x1="3374" y1="37736" x2="6661" y2="36981"/>
                        <a14:foregroundMark x1="19810" y1="40000" x2="19810" y2="40000"/>
                        <a14:foregroundMark x1="21799" y1="36604" x2="21799" y2="36604"/>
                        <a14:foregroundMark x1="10986" y1="42642" x2="10986" y2="42642"/>
                        <a14:foregroundMark x1="9256" y1="40755" x2="10294" y2="49057"/>
                        <a14:foregroundMark x1="13322" y1="41132" x2="12889" y2="41132"/>
                        <a14:foregroundMark x1="8045" y1="40000" x2="6315" y2="50943"/>
                        <a14:foregroundMark x1="7699" y1="52075" x2="8824" y2="53962"/>
                        <a14:foregroundMark x1="5536" y1="35849" x2="9429" y2="50189"/>
                        <a14:foregroundMark x1="9429" y1="50189" x2="7353" y2="32830"/>
                        <a14:foregroundMark x1="7353" y1="32830" x2="6142" y2="34340"/>
                        <a14:foregroundMark x1="5882" y1="36226" x2="5796" y2="36981"/>
                        <a14:foregroundMark x1="5969" y1="38868" x2="5969" y2="39623"/>
                        <a14:foregroundMark x1="5277" y1="44906" x2="5623" y2="52075"/>
                        <a14:foregroundMark x1="9083" y1="41887" x2="11073" y2="41887"/>
                        <a14:foregroundMark x1="12370" y1="43396" x2="13581" y2="54340"/>
                        <a14:foregroundMark x1="18945" y1="89057" x2="27855" y2="91321"/>
                        <a14:foregroundMark x1="27855" y1="91321" x2="64273" y2="89434"/>
                        <a14:foregroundMark x1="64273" y1="89434" x2="89792" y2="95472"/>
                        <a14:foregroundMark x1="89792" y1="95472" x2="95761" y2="92453"/>
                        <a14:foregroundMark x1="95761" y1="92453" x2="98270" y2="38868"/>
                        <a14:foregroundMark x1="98270" y1="38868" x2="97837" y2="15849"/>
                        <a14:foregroundMark x1="97837" y1="15849" x2="92128" y2="5660"/>
                        <a14:foregroundMark x1="92128" y1="5660" x2="30363" y2="14340"/>
                        <a14:foregroundMark x1="30363" y1="14340" x2="21972" y2="25660"/>
                        <a14:foregroundMark x1="21972" y1="25660" x2="16955" y2="50566"/>
                        <a14:foregroundMark x1="16955" y1="50566" x2="16522" y2="72075"/>
                        <a14:foregroundMark x1="16522" y1="72075" x2="18858" y2="89057"/>
                        <a14:foregroundMark x1="18858" y1="89057" x2="19204" y2="89434"/>
                        <a14:foregroundMark x1="96021" y1="4906" x2="98443" y2="23774"/>
                        <a14:foregroundMark x1="98443" y1="23774" x2="97318" y2="82642"/>
                        <a14:foregroundMark x1="97318" y1="82642" x2="94723" y2="97736"/>
                        <a14:foregroundMark x1="94723" y1="97736" x2="94723" y2="97736"/>
                        <a14:foregroundMark x1="98962" y1="89057" x2="99481" y2="29057"/>
                        <a14:foregroundMark x1="99481" y1="29057" x2="97924" y2="7925"/>
                        <a14:foregroundMark x1="97924" y1="7925" x2="97145" y2="6792"/>
                        <a14:foregroundMark x1="82007" y1="34717" x2="76817" y2="40755"/>
                        <a14:foregroundMark x1="76817" y1="40755" x2="76817" y2="33962"/>
                        <a14:foregroundMark x1="67734" y1="30189" x2="61678" y2="35849"/>
                        <a14:foregroundMark x1="61678" y1="35849" x2="63581" y2="30189"/>
                        <a14:foregroundMark x1="64792" y1="36981" x2="63235" y2="34717"/>
                        <a14:foregroundMark x1="44204" y1="25283" x2="38668" y2="35472"/>
                        <a14:foregroundMark x1="38668" y1="35472" x2="42561" y2="51321"/>
                        <a14:foregroundMark x1="42561" y1="51321" x2="43772" y2="30189"/>
                        <a14:foregroundMark x1="43772" y1="30189" x2="42734" y2="25283"/>
                        <a14:foregroundMark x1="37284" y1="24906" x2="32872" y2="38491"/>
                        <a14:foregroundMark x1="32872" y1="38491" x2="39100" y2="46415"/>
                        <a14:foregroundMark x1="39100" y1="46415" x2="37889" y2="22642"/>
                        <a14:foregroundMark x1="37889" y1="22642" x2="36246" y2="22264"/>
                        <a14:foregroundMark x1="27595" y1="23774" x2="23616" y2="34340"/>
                        <a14:foregroundMark x1="23616" y1="34340" x2="28201" y2="53962"/>
                        <a14:foregroundMark x1="28201" y1="53962" x2="27855" y2="26792"/>
                        <a14:foregroundMark x1="27855" y1="26792" x2="25346" y2="21132"/>
                        <a14:foregroundMark x1="30882" y1="21509" x2="27768" y2="38491"/>
                        <a14:foregroundMark x1="27768" y1="38491" x2="29671" y2="57358"/>
                        <a14:foregroundMark x1="29671" y1="57358" x2="31661" y2="36226"/>
                        <a14:foregroundMark x1="31661" y1="36226" x2="29498" y2="21509"/>
                        <a14:backgroundMark x1="692" y1="2642" x2="692" y2="2642"/>
                        <a14:backgroundMark x1="87" y1="18868" x2="87" y2="18868"/>
                      </a14:backgroundRemoval>
                    </a14:imgEffect>
                  </a14:imgLayer>
                </a14:imgProps>
              </a:ext>
            </a:extLst>
          </a:blip>
          <a:stretch>
            <a:fillRect/>
          </a:stretch>
        </p:blipFill>
        <p:spPr>
          <a:xfrm>
            <a:off x="8258938" y="3546982"/>
            <a:ext cx="3701598" cy="848550"/>
          </a:xfrm>
          <a:prstGeom prst="rect">
            <a:avLst/>
          </a:prstGeom>
        </p:spPr>
      </p:pic>
    </p:spTree>
    <p:extLst>
      <p:ext uri="{BB962C8B-B14F-4D97-AF65-F5344CB8AC3E}">
        <p14:creationId xmlns:p14="http://schemas.microsoft.com/office/powerpoint/2010/main" val="2080004272"/>
      </p:ext>
    </p:extLst>
  </p:cSld>
  <p:clrMapOvr>
    <a:masterClrMapping/>
  </p:clrMapOvr>
  <p:extLst>
    <p:ext uri="{DCECCB84-F9BA-43D5-87BE-67443E8EF086}">
      <p15:sldGuideLst xmlns:p15="http://schemas.microsoft.com/office/powerpoint/2012/main">
        <p15:guide id="1" orient="horz" pos="38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ext">
    <p:spTree>
      <p:nvGrpSpPr>
        <p:cNvPr id="1" name=""/>
        <p:cNvGrpSpPr/>
        <p:nvPr/>
      </p:nvGrpSpPr>
      <p:grpSpPr>
        <a:xfrm>
          <a:off x="0" y="0"/>
          <a:ext cx="0" cy="0"/>
          <a:chOff x="0" y="0"/>
          <a:chExt cx="0" cy="0"/>
        </a:xfrm>
      </p:grpSpPr>
      <p:sp>
        <p:nvSpPr>
          <p:cNvPr id="14" name="Section title"/>
          <p:cNvSpPr>
            <a:spLocks noGrp="1"/>
          </p:cNvSpPr>
          <p:nvPr userDrawn="1">
            <p:ph type="title" hasCustomPrompt="1"/>
          </p:nvPr>
        </p:nvSpPr>
        <p:spPr>
          <a:xfrm>
            <a:off x="685800" y="2057399"/>
            <a:ext cx="10820400" cy="2769781"/>
          </a:xfrm>
          <a:noFill/>
        </p:spPr>
        <p:txBody>
          <a:bodyPr vert="horz" wrap="square" lIns="0" tIns="0" rIns="0" bIns="0" rtlCol="0" anchor="t" anchorCtr="0">
            <a:noAutofit/>
          </a:bodyPr>
          <a:lstStyle>
            <a:lvl1pPr>
              <a:defRPr lang="en-US" baseline="0" dirty="0">
                <a:latin typeface="+mj-lt"/>
                <a:ea typeface="+mn-ea"/>
                <a:cs typeface="Arial" panose="020B0604020202020204" pitchFamily="34" charset="0"/>
              </a:defRPr>
            </a:lvl1pPr>
          </a:lstStyle>
          <a:p>
            <a:pPr marL="0" lvl="0">
              <a:spcBef>
                <a:spcPts val="1000"/>
              </a:spcBef>
              <a:buSzPct val="115000"/>
              <a:buFont typeface="Arial" panose="020B0604020202020204" pitchFamily="34" charset="0"/>
            </a:pPr>
            <a:r>
              <a:rPr lang="en-US"/>
              <a:t>Section title. 55 pt. black. Bold. Sentence case. </a:t>
            </a:r>
          </a:p>
        </p:txBody>
      </p:sp>
      <p:sp>
        <p:nvSpPr>
          <p:cNvPr id="15" name="Presenters"/>
          <p:cNvSpPr>
            <a:spLocks noGrp="1"/>
          </p:cNvSpPr>
          <p:nvPr userDrawn="1">
            <p:ph type="body" sz="quarter" idx="13" hasCustomPrompt="1"/>
          </p:nvPr>
        </p:nvSpPr>
        <p:spPr>
          <a:xfrm>
            <a:off x="670881" y="1451343"/>
            <a:ext cx="7139619" cy="356191"/>
          </a:xfrm>
          <a:noFill/>
        </p:spPr>
        <p:txBody>
          <a:bodyPr vert="horz" lIns="0" tIns="0" rIns="0" bIns="0" rtlCol="0" anchor="b" anchorCtr="0">
            <a:no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600" b="1" baseline="0">
                <a:solidFill>
                  <a:schemeClr val="accent3"/>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16 pt. Gray. Sentence case.</a:t>
            </a:r>
          </a:p>
        </p:txBody>
      </p:sp>
      <p:sp>
        <p:nvSpPr>
          <p:cNvPr id="4" name="Slide number">
            <a:extLst>
              <a:ext uri="{FF2B5EF4-FFF2-40B4-BE49-F238E27FC236}">
                <a16:creationId xmlns:a16="http://schemas.microsoft.com/office/drawing/2014/main" id="{51878CD8-EB03-3BE4-466C-CAB36D3B77D6}"/>
              </a:ext>
            </a:extLst>
          </p:cNvPr>
          <p:cNvSpPr>
            <a:spLocks noGrp="1"/>
          </p:cNvSpPr>
          <p:nvPr>
            <p:ph type="sldNum" sz="quarter" idx="4"/>
          </p:nvPr>
        </p:nvSpPr>
        <p:spPr>
          <a:xfrm>
            <a:off x="10983397" y="6433754"/>
            <a:ext cx="531946" cy="365125"/>
          </a:xfrm>
          <a:prstGeom prst="rect">
            <a:avLst/>
          </a:prstGeom>
        </p:spPr>
        <p:txBody>
          <a:bodyPr vert="horz" lIns="0" tIns="0" rIns="0" bIns="0" rtlCol="0" anchor="t" anchorCtr="0"/>
          <a:lstStyle>
            <a:lvl1pPr algn="r">
              <a:defRPr lang="en-US" sz="1200" kern="1200" smtClean="0">
                <a:solidFill>
                  <a:schemeClr val="accent3"/>
                </a:solidFill>
                <a:latin typeface="+mn-lt"/>
                <a:ea typeface="+mn-ea"/>
                <a:cs typeface="+mn-cs"/>
              </a:defRPr>
            </a:lvl1pPr>
          </a:lstStyle>
          <a:p>
            <a:fld id="{07165E6F-54ED-4977-A15E-D44BE7238A65}" type="slidenum">
              <a:rPr lang="en-US" smtClean="0"/>
              <a:pPr/>
              <a:t>‹#›</a:t>
            </a:fld>
            <a:endParaRPr lang="en-US"/>
          </a:p>
        </p:txBody>
      </p:sp>
      <p:pic>
        <p:nvPicPr>
          <p:cNvPr id="2" name="Graphic 1">
            <a:extLst>
              <a:ext uri="{FF2B5EF4-FFF2-40B4-BE49-F238E27FC236}">
                <a16:creationId xmlns:a16="http://schemas.microsoft.com/office/drawing/2014/main" id="{3D04D160-6824-5D00-A1AE-92F6624E1453}"/>
              </a:ext>
            </a:extLst>
          </p:cNvPr>
          <p:cNvPicPr>
            <a:picLocks noChangeAspect="1"/>
          </p:cNvPicPr>
          <p:nvPr userDrawn="1"/>
        </p:nvPicPr>
        <p:blipFill>
          <a:blip r:embed="rId2"/>
          <a:srcRect/>
          <a:stretch/>
        </p:blipFill>
        <p:spPr>
          <a:xfrm>
            <a:off x="10349948" y="336053"/>
            <a:ext cx="1156252" cy="1153382"/>
          </a:xfrm>
          <a:prstGeom prst="rect">
            <a:avLst/>
          </a:prstGeom>
        </p:spPr>
      </p:pic>
    </p:spTree>
    <p:extLst>
      <p:ext uri="{BB962C8B-B14F-4D97-AF65-F5344CB8AC3E}">
        <p14:creationId xmlns:p14="http://schemas.microsoft.com/office/powerpoint/2010/main" val="2170970966"/>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RTX End Slide">
    <p:spTree>
      <p:nvGrpSpPr>
        <p:cNvPr id="1" name=""/>
        <p:cNvGrpSpPr/>
        <p:nvPr/>
      </p:nvGrpSpPr>
      <p:grpSpPr>
        <a:xfrm>
          <a:off x="0" y="0"/>
          <a:ext cx="0" cy="0"/>
          <a:chOff x="0" y="0"/>
          <a:chExt cx="0" cy="0"/>
        </a:xfrm>
      </p:grpSpPr>
      <p:sp>
        <p:nvSpPr>
          <p:cNvPr id="9" name="Picture Placeholder 5"/>
          <p:cNvSpPr>
            <a:spLocks noGrp="1"/>
          </p:cNvSpPr>
          <p:nvPr>
            <p:ph type="pic" sz="quarter" idx="16" hasCustomPrompt="1"/>
          </p:nvPr>
        </p:nvSpPr>
        <p:spPr>
          <a:xfrm>
            <a:off x="0" y="0"/>
            <a:ext cx="12192001" cy="6172200"/>
          </a:xfrm>
          <a:solidFill>
            <a:schemeClr val="bg1">
              <a:lumMod val="95000"/>
            </a:schemeClr>
          </a:solidFill>
        </p:spPr>
        <p:txBody>
          <a:bodyPr tIns="548640"/>
          <a:lstStyle>
            <a:lvl1pPr algn="ctr">
              <a:defRPr b="0" baseline="0"/>
            </a:lvl1pPr>
          </a:lstStyle>
          <a:p>
            <a:r>
              <a:rPr lang="en-US"/>
              <a:t>Click to insert photo</a:t>
            </a:r>
          </a:p>
        </p:txBody>
      </p:sp>
      <p:sp>
        <p:nvSpPr>
          <p:cNvPr id="14" name="Section title"/>
          <p:cNvSpPr>
            <a:spLocks noGrp="1"/>
          </p:cNvSpPr>
          <p:nvPr>
            <p:ph type="title" hasCustomPrompt="1"/>
          </p:nvPr>
        </p:nvSpPr>
        <p:spPr>
          <a:xfrm>
            <a:off x="694944" y="2057400"/>
            <a:ext cx="8944356" cy="2057400"/>
          </a:xfrm>
          <a:noFill/>
        </p:spPr>
        <p:txBody>
          <a:bodyPr vert="horz" wrap="square" lIns="0" tIns="0" rIns="0" bIns="0" rtlCol="0" anchor="ctr" anchorCtr="0">
            <a:noAutofit/>
          </a:bodyPr>
          <a:lstStyle>
            <a:lvl1pPr>
              <a:defRPr lang="en-US" baseline="0" dirty="0">
                <a:latin typeface="Arial" panose="020B0604020202020204" pitchFamily="34" charset="0"/>
                <a:ea typeface="+mn-ea"/>
                <a:cs typeface="Arial" panose="020B0604020202020204" pitchFamily="34" charset="0"/>
              </a:defRPr>
            </a:lvl1pPr>
          </a:lstStyle>
          <a:p>
            <a:pPr marL="0" lvl="0">
              <a:spcBef>
                <a:spcPts val="1000"/>
              </a:spcBef>
              <a:buSzPct val="115000"/>
              <a:buFont typeface="Arial" panose="020B0604020202020204" pitchFamily="34" charset="0"/>
            </a:pPr>
            <a:r>
              <a:rPr lang="en-US"/>
              <a:t>Section title. 55 pt. black. Bold. Sentence case. </a:t>
            </a:r>
          </a:p>
        </p:txBody>
      </p:sp>
      <p:sp>
        <p:nvSpPr>
          <p:cNvPr id="2" name="Slide number">
            <a:extLst>
              <a:ext uri="{FF2B5EF4-FFF2-40B4-BE49-F238E27FC236}">
                <a16:creationId xmlns:a16="http://schemas.microsoft.com/office/drawing/2014/main" id="{A426CCC1-3F29-2277-DB87-DE3E563510F0}"/>
              </a:ext>
            </a:extLst>
          </p:cNvPr>
          <p:cNvSpPr>
            <a:spLocks noGrp="1"/>
          </p:cNvSpPr>
          <p:nvPr>
            <p:ph type="sldNum" sz="quarter" idx="4"/>
          </p:nvPr>
        </p:nvSpPr>
        <p:spPr>
          <a:xfrm>
            <a:off x="11506200" y="6441426"/>
            <a:ext cx="531946" cy="365125"/>
          </a:xfrm>
          <a:prstGeom prst="rect">
            <a:avLst/>
          </a:prstGeom>
        </p:spPr>
        <p:txBody>
          <a:bodyPr vert="horz" lIns="0" tIns="0" rIns="0" bIns="0" rtlCol="0" anchor="t" anchorCtr="0"/>
          <a:lstStyle>
            <a:lvl1pPr algn="r">
              <a:defRPr lang="en-US" sz="1200" kern="1200" smtClean="0">
                <a:solidFill>
                  <a:schemeClr val="accent3"/>
                </a:solidFill>
                <a:latin typeface="+mn-lt"/>
                <a:ea typeface="+mn-ea"/>
                <a:cs typeface="+mn-cs"/>
              </a:defRPr>
            </a:lvl1pPr>
          </a:lstStyle>
          <a:p>
            <a:fld id="{07165E6F-54ED-4977-A15E-D44BE7238A65}" type="slidenum">
              <a:rPr lang="en-US" smtClean="0"/>
              <a:pPr/>
              <a:t>‹#›</a:t>
            </a:fld>
            <a:endParaRPr lang="en-US"/>
          </a:p>
        </p:txBody>
      </p:sp>
      <p:pic>
        <p:nvPicPr>
          <p:cNvPr id="5" name="Picture 4">
            <a:extLst>
              <a:ext uri="{FF2B5EF4-FFF2-40B4-BE49-F238E27FC236}">
                <a16:creationId xmlns:a16="http://schemas.microsoft.com/office/drawing/2014/main" id="{C3E46434-C3B5-3FC9-E896-D4CD52C356BF}"/>
              </a:ext>
            </a:extLst>
          </p:cNvPr>
          <p:cNvPicPr>
            <a:picLocks noChangeAspect="1"/>
          </p:cNvPicPr>
          <p:nvPr userDrawn="1"/>
        </p:nvPicPr>
        <p:blipFill>
          <a:blip r:embed="rId2">
            <a:extLst>
              <a:ext uri="{BEBA8EAE-BF5A-486C-A8C5-ECC9F3942E4B}">
                <a14:imgProps xmlns:a14="http://schemas.microsoft.com/office/drawing/2010/main">
                  <a14:imgLayer r:embed="rId3">
                    <a14:imgEffect>
                      <a14:backgroundRemoval t="4906" b="97736" l="1471" r="97924">
                        <a14:foregroundMark x1="3633" y1="14717" x2="3633" y2="14717"/>
                        <a14:foregroundMark x1="3633" y1="12075" x2="32007" y2="21132"/>
                        <a14:foregroundMark x1="32007" y1="21132" x2="70329" y2="12830"/>
                        <a14:foregroundMark x1="70329" y1="12830" x2="91436" y2="24151"/>
                        <a14:foregroundMark x1="91436" y1="24151" x2="95761" y2="37358"/>
                        <a14:foregroundMark x1="95761" y1="37358" x2="94377" y2="60377"/>
                        <a14:foregroundMark x1="94377" y1="60377" x2="90311" y2="89811"/>
                        <a14:foregroundMark x1="90311" y1="89811" x2="7007" y2="87547"/>
                        <a14:foregroundMark x1="7007" y1="87547" x2="1644" y2="78868"/>
                        <a14:foregroundMark x1="1644" y1="78868" x2="865" y2="58868"/>
                        <a14:foregroundMark x1="865" y1="58868" x2="1990" y2="25283"/>
                        <a14:foregroundMark x1="1990" y1="25283" x2="3979" y2="11698"/>
                        <a14:foregroundMark x1="1903" y1="35094" x2="13841" y2="58491"/>
                        <a14:foregroundMark x1="13841" y1="58491" x2="2595" y2="33962"/>
                        <a14:foregroundMark x1="2595" y1="33962" x2="1557" y2="35849"/>
                        <a14:foregroundMark x1="5190" y1="36604" x2="11851" y2="35849"/>
                        <a14:foregroundMark x1="11851" y1="35849" x2="16003" y2="48302"/>
                        <a14:foregroundMark x1="16003" y1="48302" x2="11073" y2="61887"/>
                        <a14:foregroundMark x1="11073" y1="61887" x2="3201" y2="63396"/>
                        <a14:foregroundMark x1="3201" y1="63396" x2="3374" y2="37736"/>
                        <a14:foregroundMark x1="3374" y1="37736" x2="6661" y2="36981"/>
                        <a14:foregroundMark x1="19810" y1="40000" x2="19810" y2="40000"/>
                        <a14:foregroundMark x1="21799" y1="36604" x2="21799" y2="36604"/>
                        <a14:foregroundMark x1="10986" y1="42642" x2="10986" y2="42642"/>
                        <a14:foregroundMark x1="9256" y1="40755" x2="10294" y2="49057"/>
                        <a14:foregroundMark x1="13322" y1="41132" x2="12889" y2="41132"/>
                        <a14:foregroundMark x1="8045" y1="40000" x2="6315" y2="50943"/>
                        <a14:foregroundMark x1="7699" y1="52075" x2="8824" y2="53962"/>
                        <a14:foregroundMark x1="5536" y1="35849" x2="9429" y2="50189"/>
                        <a14:foregroundMark x1="9429" y1="50189" x2="7353" y2="32830"/>
                        <a14:foregroundMark x1="7353" y1="32830" x2="6142" y2="34340"/>
                        <a14:foregroundMark x1="5882" y1="36226" x2="5796" y2="36981"/>
                        <a14:foregroundMark x1="5969" y1="38868" x2="5969" y2="39623"/>
                        <a14:foregroundMark x1="5277" y1="44906" x2="5623" y2="52075"/>
                        <a14:foregroundMark x1="9083" y1="41887" x2="11073" y2="41887"/>
                        <a14:foregroundMark x1="12370" y1="43396" x2="13581" y2="54340"/>
                        <a14:foregroundMark x1="18945" y1="89057" x2="27855" y2="91321"/>
                        <a14:foregroundMark x1="27855" y1="91321" x2="64273" y2="89434"/>
                        <a14:foregroundMark x1="64273" y1="89434" x2="89792" y2="95472"/>
                        <a14:foregroundMark x1="89792" y1="95472" x2="95761" y2="92453"/>
                        <a14:foregroundMark x1="95761" y1="92453" x2="98270" y2="38868"/>
                        <a14:foregroundMark x1="98270" y1="38868" x2="97837" y2="15849"/>
                        <a14:foregroundMark x1="97837" y1="15849" x2="92128" y2="5660"/>
                        <a14:foregroundMark x1="92128" y1="5660" x2="30363" y2="14340"/>
                        <a14:foregroundMark x1="30363" y1="14340" x2="21972" y2="25660"/>
                        <a14:foregroundMark x1="21972" y1="25660" x2="16955" y2="50566"/>
                        <a14:foregroundMark x1="16955" y1="50566" x2="16522" y2="72075"/>
                        <a14:foregroundMark x1="16522" y1="72075" x2="18858" y2="89057"/>
                        <a14:foregroundMark x1="18858" y1="89057" x2="19204" y2="89434"/>
                        <a14:foregroundMark x1="96021" y1="4906" x2="98443" y2="23774"/>
                        <a14:foregroundMark x1="98443" y1="23774" x2="97318" y2="82642"/>
                        <a14:foregroundMark x1="97318" y1="82642" x2="94723" y2="97736"/>
                        <a14:foregroundMark x1="94723" y1="97736" x2="94723" y2="97736"/>
                        <a14:foregroundMark x1="98962" y1="89057" x2="99481" y2="29057"/>
                        <a14:foregroundMark x1="99481" y1="29057" x2="97924" y2="7925"/>
                        <a14:foregroundMark x1="97924" y1="7925" x2="97145" y2="6792"/>
                        <a14:foregroundMark x1="82007" y1="34717" x2="76817" y2="40755"/>
                        <a14:foregroundMark x1="76817" y1="40755" x2="76817" y2="33962"/>
                        <a14:foregroundMark x1="67734" y1="30189" x2="61678" y2="35849"/>
                        <a14:foregroundMark x1="61678" y1="35849" x2="63581" y2="30189"/>
                        <a14:foregroundMark x1="64792" y1="36981" x2="63235" y2="34717"/>
                        <a14:foregroundMark x1="44204" y1="25283" x2="38668" y2="35472"/>
                        <a14:foregroundMark x1="38668" y1="35472" x2="42561" y2="51321"/>
                        <a14:foregroundMark x1="42561" y1="51321" x2="43772" y2="30189"/>
                        <a14:foregroundMark x1="43772" y1="30189" x2="42734" y2="25283"/>
                        <a14:foregroundMark x1="37284" y1="24906" x2="32872" y2="38491"/>
                        <a14:foregroundMark x1="32872" y1="38491" x2="39100" y2="46415"/>
                        <a14:foregroundMark x1="39100" y1="46415" x2="37889" y2="22642"/>
                        <a14:foregroundMark x1="37889" y1="22642" x2="36246" y2="22264"/>
                        <a14:foregroundMark x1="27595" y1="23774" x2="23616" y2="34340"/>
                        <a14:foregroundMark x1="23616" y1="34340" x2="28201" y2="53962"/>
                        <a14:foregroundMark x1="28201" y1="53962" x2="27855" y2="26792"/>
                        <a14:foregroundMark x1="27855" y1="26792" x2="25346" y2="21132"/>
                        <a14:foregroundMark x1="30882" y1="21509" x2="27768" y2="38491"/>
                        <a14:foregroundMark x1="27768" y1="38491" x2="29671" y2="57358"/>
                        <a14:foregroundMark x1="29671" y1="57358" x2="31661" y2="36226"/>
                        <a14:foregroundMark x1="31661" y1="36226" x2="29498" y2="21509"/>
                        <a14:backgroundMark x1="692" y1="2642" x2="692" y2="2642"/>
                        <a14:backgroundMark x1="87" y1="18868" x2="87" y2="18868"/>
                      </a14:backgroundRemoval>
                    </a14:imgEffect>
                  </a14:imgLayer>
                </a14:imgProps>
              </a:ext>
            </a:extLst>
          </a:blip>
          <a:stretch>
            <a:fillRect/>
          </a:stretch>
        </p:blipFill>
        <p:spPr>
          <a:xfrm>
            <a:off x="9641305" y="6305983"/>
            <a:ext cx="1959181" cy="449120"/>
          </a:xfrm>
          <a:prstGeom prst="rect">
            <a:avLst/>
          </a:prstGeom>
        </p:spPr>
      </p:pic>
    </p:spTree>
    <p:extLst>
      <p:ext uri="{BB962C8B-B14F-4D97-AF65-F5344CB8AC3E}">
        <p14:creationId xmlns:p14="http://schemas.microsoft.com/office/powerpoint/2010/main" val="2659041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Guidance: RTX Color Palette">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C14E4D-FFCC-16F0-1F0B-8A1621EFC611}"/>
              </a:ext>
            </a:extLst>
          </p:cNvPr>
          <p:cNvSpPr txBox="1"/>
          <p:nvPr userDrawn="1"/>
        </p:nvSpPr>
        <p:spPr>
          <a:xfrm>
            <a:off x="662940" y="468598"/>
            <a:ext cx="10896600" cy="486287"/>
          </a:xfrm>
          <a:prstGeom prst="rect">
            <a:avLst/>
          </a:prstGeom>
        </p:spPr>
        <p:txBody>
          <a:bodyPr vert="horz" lIns="0" tIns="0" rIns="0" bIns="0" rtlCol="0" anchor="t" anchorCtr="0">
            <a:noAutofit/>
          </a:bodyPr>
          <a:lstStyle>
            <a:lvl1pPr>
              <a:lnSpc>
                <a:spcPct val="80000"/>
              </a:lnSpc>
              <a:spcBef>
                <a:spcPct val="0"/>
              </a:spcBef>
              <a:buNone/>
              <a:defRPr sz="3200" b="1">
                <a:solidFill>
                  <a:schemeClr val="tx2"/>
                </a:solidFill>
                <a:latin typeface="+mj-lt"/>
                <a:ea typeface="+mj-ea"/>
                <a:cs typeface="+mj-cs"/>
              </a:defRPr>
            </a:lvl1pPr>
          </a:lstStyle>
          <a:p>
            <a:pPr lvl="0"/>
            <a:r>
              <a:rPr lang="en-US">
                <a:solidFill>
                  <a:schemeClr val="tx1"/>
                </a:solidFill>
              </a:rPr>
              <a:t>RTX color palette</a:t>
            </a:r>
          </a:p>
        </p:txBody>
      </p:sp>
      <p:sp>
        <p:nvSpPr>
          <p:cNvPr id="4" name="Rectangle 3">
            <a:extLst>
              <a:ext uri="{FF2B5EF4-FFF2-40B4-BE49-F238E27FC236}">
                <a16:creationId xmlns:a16="http://schemas.microsoft.com/office/drawing/2014/main" id="{ED841BBA-C64A-D926-1311-F092A2C6AC0E}"/>
              </a:ext>
            </a:extLst>
          </p:cNvPr>
          <p:cNvSpPr/>
          <p:nvPr userDrawn="1"/>
        </p:nvSpPr>
        <p:spPr>
          <a:xfrm>
            <a:off x="694270" y="1714500"/>
            <a:ext cx="3405162" cy="369332"/>
          </a:xfrm>
          <a:prstGeom prst="rect">
            <a:avLst/>
          </a:prstGeom>
          <a:noFill/>
        </p:spPr>
        <p:txBody>
          <a:bodyPr wrap="square" lIns="0" tIns="0" rIns="0" bIns="0">
            <a:spAutoFit/>
          </a:bodyPr>
          <a:lstStyle/>
          <a:p>
            <a:pPr marL="0" lvl="1"/>
            <a:r>
              <a:rPr lang="en-US" sz="1200" b="1"/>
              <a:t>RTX primary palette</a:t>
            </a:r>
          </a:p>
          <a:p>
            <a:pPr marL="0" lvl="1"/>
            <a:r>
              <a:rPr lang="en-US" sz="1200"/>
              <a:t>Our primary palette consists of black and white. </a:t>
            </a:r>
          </a:p>
        </p:txBody>
      </p:sp>
      <p:sp>
        <p:nvSpPr>
          <p:cNvPr id="5" name="Rectangle 4">
            <a:extLst>
              <a:ext uri="{FF2B5EF4-FFF2-40B4-BE49-F238E27FC236}">
                <a16:creationId xmlns:a16="http://schemas.microsoft.com/office/drawing/2014/main" id="{8C28EA49-0A02-0ED7-45A0-47A86C772A32}"/>
              </a:ext>
            </a:extLst>
          </p:cNvPr>
          <p:cNvSpPr/>
          <p:nvPr userDrawn="1"/>
        </p:nvSpPr>
        <p:spPr>
          <a:xfrm>
            <a:off x="685800" y="4252665"/>
            <a:ext cx="3754700" cy="1292662"/>
          </a:xfrm>
          <a:prstGeom prst="rect">
            <a:avLst/>
          </a:prstGeom>
          <a:noFill/>
        </p:spPr>
        <p:txBody>
          <a:bodyPr wrap="square" lIns="0" tIns="0" rIns="0" bIns="0">
            <a:spAutoFit/>
          </a:bodyPr>
          <a:lstStyle/>
          <a:p>
            <a:pPr marL="0" lvl="1"/>
            <a:r>
              <a:rPr lang="en-US" sz="1200" b="1" baseline="0"/>
              <a:t>PPT tertiary palette</a:t>
            </a:r>
            <a:endParaRPr lang="en-US" sz="1200" b="1"/>
          </a:p>
          <a:p>
            <a:pPr marL="0" lvl="1"/>
            <a:r>
              <a:rPr lang="en-US" sz="1200"/>
              <a:t>Accent colors </a:t>
            </a:r>
            <a:r>
              <a:rPr lang="en-US" sz="1200" b="1"/>
              <a:t>only</a:t>
            </a:r>
            <a:r>
              <a:rPr lang="en-US" sz="1200" baseline="0"/>
              <a:t> </a:t>
            </a:r>
            <a:r>
              <a:rPr lang="en-US" sz="1200"/>
              <a:t>for use in charts and graphs </a:t>
            </a:r>
            <a:br>
              <a:rPr lang="en-US" sz="1200"/>
            </a:br>
            <a:r>
              <a:rPr lang="en-US" sz="1200"/>
              <a:t>with many data points.</a:t>
            </a:r>
          </a:p>
          <a:p>
            <a:pPr marL="0" lvl="1"/>
            <a:endParaRPr lang="en-US" sz="1200"/>
          </a:p>
          <a:p>
            <a:pPr marL="0" lvl="1"/>
            <a:r>
              <a:rPr lang="en-US" sz="1200"/>
              <a:t>These additional</a:t>
            </a:r>
            <a:r>
              <a:rPr lang="en-US" sz="1200" baseline="0"/>
              <a:t> colors should only be used in PowerPoint presentations when needed to clearly communicate a message to your audience. </a:t>
            </a:r>
            <a:endParaRPr lang="en-US" sz="1200"/>
          </a:p>
        </p:txBody>
      </p:sp>
      <p:sp>
        <p:nvSpPr>
          <p:cNvPr id="6" name="TextBox 5">
            <a:extLst>
              <a:ext uri="{FF2B5EF4-FFF2-40B4-BE49-F238E27FC236}">
                <a16:creationId xmlns:a16="http://schemas.microsoft.com/office/drawing/2014/main" id="{28D5D63D-01CA-B54F-8233-A9EB59996BBD}"/>
              </a:ext>
            </a:extLst>
          </p:cNvPr>
          <p:cNvSpPr txBox="1"/>
          <p:nvPr userDrawn="1"/>
        </p:nvSpPr>
        <p:spPr>
          <a:xfrm>
            <a:off x="4376186" y="1714500"/>
            <a:ext cx="4428378" cy="1141145"/>
          </a:xfrm>
          <a:prstGeom prst="rect">
            <a:avLst/>
          </a:prstGeom>
          <a:solidFill>
            <a:schemeClr val="bg2"/>
          </a:solidFill>
          <a:ln>
            <a:solidFill>
              <a:schemeClr val="accent1"/>
            </a:solidFill>
          </a:ln>
        </p:spPr>
        <p:txBody>
          <a:bodyPr wrap="square" rtlCol="0">
            <a:noAutofit/>
          </a:bodyPr>
          <a:lstStyle/>
          <a:p>
            <a:r>
              <a:rPr lang="en-US" sz="900" b="1"/>
              <a:t>White</a:t>
            </a:r>
          </a:p>
          <a:p>
            <a:r>
              <a:rPr lang="en-US" sz="900"/>
              <a:t>RGB: 255, 255, 255</a:t>
            </a:r>
          </a:p>
        </p:txBody>
      </p:sp>
      <p:sp>
        <p:nvSpPr>
          <p:cNvPr id="7" name="TextBox 6">
            <a:extLst>
              <a:ext uri="{FF2B5EF4-FFF2-40B4-BE49-F238E27FC236}">
                <a16:creationId xmlns:a16="http://schemas.microsoft.com/office/drawing/2014/main" id="{A0A73916-2A5F-D430-9CFA-FDCB9C43D8E5}"/>
              </a:ext>
            </a:extLst>
          </p:cNvPr>
          <p:cNvSpPr txBox="1"/>
          <p:nvPr userDrawn="1"/>
        </p:nvSpPr>
        <p:spPr>
          <a:xfrm>
            <a:off x="7818008" y="4638088"/>
            <a:ext cx="1600200" cy="230832"/>
          </a:xfrm>
          <a:prstGeom prst="rect">
            <a:avLst/>
          </a:prstGeom>
          <a:solidFill>
            <a:srgbClr val="EFB661"/>
          </a:solidFill>
        </p:spPr>
        <p:txBody>
          <a:bodyPr wrap="square" rtlCol="0">
            <a:spAutoFit/>
          </a:bodyPr>
          <a:lstStyle/>
          <a:p>
            <a:r>
              <a:rPr lang="en-US" sz="900" b="0">
                <a:solidFill>
                  <a:schemeClr val="bg1"/>
                </a:solidFill>
              </a:rPr>
              <a:t>RGB: 239, 182, 97</a:t>
            </a:r>
          </a:p>
        </p:txBody>
      </p:sp>
      <p:sp>
        <p:nvSpPr>
          <p:cNvPr id="8" name="TextBox 7">
            <a:extLst>
              <a:ext uri="{FF2B5EF4-FFF2-40B4-BE49-F238E27FC236}">
                <a16:creationId xmlns:a16="http://schemas.microsoft.com/office/drawing/2014/main" id="{4285B463-8F9A-BFCE-DCD7-43E205C0A4EC}"/>
              </a:ext>
            </a:extLst>
          </p:cNvPr>
          <p:cNvSpPr txBox="1"/>
          <p:nvPr userDrawn="1"/>
        </p:nvSpPr>
        <p:spPr>
          <a:xfrm>
            <a:off x="4376778" y="4638088"/>
            <a:ext cx="1600200" cy="230832"/>
          </a:xfrm>
          <a:prstGeom prst="rect">
            <a:avLst/>
          </a:prstGeom>
          <a:solidFill>
            <a:srgbClr val="908CC2"/>
          </a:solidFill>
        </p:spPr>
        <p:txBody>
          <a:bodyPr wrap="square" rtlCol="0">
            <a:spAutoFit/>
          </a:bodyPr>
          <a:lstStyle/>
          <a:p>
            <a:r>
              <a:rPr lang="en-US" sz="900" b="0">
                <a:solidFill>
                  <a:schemeClr val="bg1"/>
                </a:solidFill>
              </a:rPr>
              <a:t>RGB: 144, 140, 194</a:t>
            </a:r>
          </a:p>
        </p:txBody>
      </p:sp>
      <p:sp>
        <p:nvSpPr>
          <p:cNvPr id="9" name="TextBox 8">
            <a:extLst>
              <a:ext uri="{FF2B5EF4-FFF2-40B4-BE49-F238E27FC236}">
                <a16:creationId xmlns:a16="http://schemas.microsoft.com/office/drawing/2014/main" id="{EC57A2A9-B6B8-434C-9DCC-B03F85CE6C3B}"/>
              </a:ext>
            </a:extLst>
          </p:cNvPr>
          <p:cNvSpPr txBox="1"/>
          <p:nvPr userDrawn="1"/>
        </p:nvSpPr>
        <p:spPr>
          <a:xfrm>
            <a:off x="6097393" y="4638088"/>
            <a:ext cx="1600200" cy="230832"/>
          </a:xfrm>
          <a:prstGeom prst="rect">
            <a:avLst/>
          </a:prstGeom>
          <a:solidFill>
            <a:srgbClr val="9ABEAA"/>
          </a:solidFill>
        </p:spPr>
        <p:txBody>
          <a:bodyPr wrap="square" rtlCol="0">
            <a:spAutoFit/>
          </a:bodyPr>
          <a:lstStyle/>
          <a:p>
            <a:r>
              <a:rPr lang="en-US" sz="900" b="0">
                <a:solidFill>
                  <a:schemeClr val="bg1"/>
                </a:solidFill>
              </a:rPr>
              <a:t>RGB: 154, 190, 170</a:t>
            </a:r>
          </a:p>
        </p:txBody>
      </p:sp>
      <p:sp>
        <p:nvSpPr>
          <p:cNvPr id="10" name="Rectangle 9">
            <a:extLst>
              <a:ext uri="{FF2B5EF4-FFF2-40B4-BE49-F238E27FC236}">
                <a16:creationId xmlns:a16="http://schemas.microsoft.com/office/drawing/2014/main" id="{D06AA454-7A5B-66BC-D4A0-3D71A3A709F0}"/>
              </a:ext>
            </a:extLst>
          </p:cNvPr>
          <p:cNvSpPr/>
          <p:nvPr userDrawn="1"/>
        </p:nvSpPr>
        <p:spPr>
          <a:xfrm>
            <a:off x="685800" y="2975129"/>
            <a:ext cx="2999972" cy="738664"/>
          </a:xfrm>
          <a:prstGeom prst="rect">
            <a:avLst/>
          </a:prstGeom>
          <a:noFill/>
        </p:spPr>
        <p:txBody>
          <a:bodyPr wrap="square" lIns="0" tIns="0" rIns="0" bIns="0">
            <a:spAutoFit/>
          </a:bodyPr>
          <a:lstStyle/>
          <a:p>
            <a:pPr marL="0" lvl="1"/>
            <a:r>
              <a:rPr lang="en-US" sz="1200" b="1"/>
              <a:t>RTX secondary palette</a:t>
            </a:r>
          </a:p>
          <a:p>
            <a:pPr marL="0" lvl="1"/>
            <a:r>
              <a:rPr lang="en-US" sz="1200"/>
              <a:t>Our secondary color palette consists of the three grays and red specified. Be sure to use these formulas.</a:t>
            </a:r>
          </a:p>
        </p:txBody>
      </p:sp>
      <p:sp>
        <p:nvSpPr>
          <p:cNvPr id="11" name="TextBox 10">
            <a:extLst>
              <a:ext uri="{FF2B5EF4-FFF2-40B4-BE49-F238E27FC236}">
                <a16:creationId xmlns:a16="http://schemas.microsoft.com/office/drawing/2014/main" id="{E61B09C7-834F-394E-A958-DF3E55FCE790}"/>
              </a:ext>
            </a:extLst>
          </p:cNvPr>
          <p:cNvSpPr txBox="1"/>
          <p:nvPr userDrawn="1"/>
        </p:nvSpPr>
        <p:spPr>
          <a:xfrm>
            <a:off x="694270" y="1107061"/>
            <a:ext cx="6097136" cy="276999"/>
          </a:xfrm>
          <a:prstGeom prst="rect">
            <a:avLst/>
          </a:prstGeom>
          <a:noFill/>
        </p:spPr>
        <p:txBody>
          <a:bodyPr wrap="square" lIns="0" tIns="0" rIns="0" bIns="0">
            <a:spAutoFit/>
          </a:bodyPr>
          <a:lstStyle/>
          <a:p>
            <a:r>
              <a:rPr lang="en-US" sz="1800"/>
              <a:t>Predominant brand colors to be used for all presentations.</a:t>
            </a:r>
            <a:endParaRPr lang="en-US"/>
          </a:p>
        </p:txBody>
      </p:sp>
      <p:cxnSp>
        <p:nvCxnSpPr>
          <p:cNvPr id="12" name="Straight Connector 11">
            <a:extLst>
              <a:ext uri="{FF2B5EF4-FFF2-40B4-BE49-F238E27FC236}">
                <a16:creationId xmlns:a16="http://schemas.microsoft.com/office/drawing/2014/main" id="{4313F8C0-6D6A-5E83-58AF-5504B66B79EE}"/>
              </a:ext>
            </a:extLst>
          </p:cNvPr>
          <p:cNvCxnSpPr/>
          <p:nvPr userDrawn="1"/>
        </p:nvCxnSpPr>
        <p:spPr>
          <a:xfrm>
            <a:off x="694270" y="4023807"/>
            <a:ext cx="10813576"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D6F29B8-5A4C-3DDE-1DDD-B84B5C085DA9}"/>
              </a:ext>
            </a:extLst>
          </p:cNvPr>
          <p:cNvSpPr txBox="1"/>
          <p:nvPr userDrawn="1"/>
        </p:nvSpPr>
        <p:spPr>
          <a:xfrm>
            <a:off x="7818008" y="2975129"/>
            <a:ext cx="1600200" cy="395283"/>
          </a:xfrm>
          <a:prstGeom prst="rect">
            <a:avLst/>
          </a:prstGeom>
          <a:solidFill>
            <a:schemeClr val="accent3"/>
          </a:solidFill>
        </p:spPr>
        <p:txBody>
          <a:bodyPr wrap="square" rtlCol="0">
            <a:noAutofit/>
          </a:bodyPr>
          <a:lstStyle/>
          <a:p>
            <a:r>
              <a:rPr lang="en-US" sz="900" b="1">
                <a:solidFill>
                  <a:schemeClr val="bg1"/>
                </a:solidFill>
              </a:rPr>
              <a:t>Cool Gray 10</a:t>
            </a:r>
          </a:p>
          <a:p>
            <a:r>
              <a:rPr lang="en-US" sz="900">
                <a:solidFill>
                  <a:schemeClr val="bg1"/>
                </a:solidFill>
              </a:rPr>
              <a:t>RGB: 99, 102, 106</a:t>
            </a:r>
          </a:p>
        </p:txBody>
      </p:sp>
      <p:sp>
        <p:nvSpPr>
          <p:cNvPr id="14" name="TextBox 13">
            <a:extLst>
              <a:ext uri="{FF2B5EF4-FFF2-40B4-BE49-F238E27FC236}">
                <a16:creationId xmlns:a16="http://schemas.microsoft.com/office/drawing/2014/main" id="{3AF555A6-97AF-8ED4-EE9E-33F5D49CF7E1}"/>
              </a:ext>
            </a:extLst>
          </p:cNvPr>
          <p:cNvSpPr txBox="1"/>
          <p:nvPr userDrawn="1"/>
        </p:nvSpPr>
        <p:spPr>
          <a:xfrm>
            <a:off x="6097393" y="2975129"/>
            <a:ext cx="1600200" cy="395283"/>
          </a:xfrm>
          <a:prstGeom prst="rect">
            <a:avLst/>
          </a:prstGeom>
          <a:solidFill>
            <a:schemeClr val="accent2"/>
          </a:solidFill>
        </p:spPr>
        <p:txBody>
          <a:bodyPr wrap="square" rtlCol="0">
            <a:noAutofit/>
          </a:bodyPr>
          <a:lstStyle/>
          <a:p>
            <a:r>
              <a:rPr lang="en-US" sz="900" b="1">
                <a:solidFill>
                  <a:schemeClr val="tx1"/>
                </a:solidFill>
              </a:rPr>
              <a:t>Cool Gray 5</a:t>
            </a:r>
          </a:p>
          <a:p>
            <a:r>
              <a:rPr lang="en-US" sz="900">
                <a:solidFill>
                  <a:schemeClr val="tx1"/>
                </a:solidFill>
              </a:rPr>
              <a:t>RGB: 177, 179, 179</a:t>
            </a:r>
          </a:p>
        </p:txBody>
      </p:sp>
      <p:sp>
        <p:nvSpPr>
          <p:cNvPr id="15" name="TextBox 14">
            <a:extLst>
              <a:ext uri="{FF2B5EF4-FFF2-40B4-BE49-F238E27FC236}">
                <a16:creationId xmlns:a16="http://schemas.microsoft.com/office/drawing/2014/main" id="{37F986CA-9DEB-DC03-DBF1-6A24D2719E8E}"/>
              </a:ext>
            </a:extLst>
          </p:cNvPr>
          <p:cNvSpPr txBox="1"/>
          <p:nvPr userDrawn="1"/>
        </p:nvSpPr>
        <p:spPr>
          <a:xfrm>
            <a:off x="4376778" y="2975129"/>
            <a:ext cx="1600200" cy="395283"/>
          </a:xfrm>
          <a:prstGeom prst="rect">
            <a:avLst/>
          </a:prstGeom>
          <a:solidFill>
            <a:schemeClr val="accent1"/>
          </a:solidFill>
        </p:spPr>
        <p:txBody>
          <a:bodyPr wrap="square" rtlCol="0">
            <a:noAutofit/>
          </a:bodyPr>
          <a:lstStyle/>
          <a:p>
            <a:r>
              <a:rPr lang="en-US" sz="900" b="1">
                <a:solidFill>
                  <a:schemeClr val="tx1"/>
                </a:solidFill>
              </a:rPr>
              <a:t>Cool Gray 1</a:t>
            </a:r>
          </a:p>
          <a:p>
            <a:r>
              <a:rPr lang="en-US" sz="900">
                <a:solidFill>
                  <a:schemeClr val="tx1"/>
                </a:solidFill>
              </a:rPr>
              <a:t>RGB: 217, 217, 214</a:t>
            </a:r>
          </a:p>
        </p:txBody>
      </p:sp>
      <p:sp>
        <p:nvSpPr>
          <p:cNvPr id="16" name="TextBox 15">
            <a:extLst>
              <a:ext uri="{FF2B5EF4-FFF2-40B4-BE49-F238E27FC236}">
                <a16:creationId xmlns:a16="http://schemas.microsoft.com/office/drawing/2014/main" id="{5C4FAF87-9756-7369-920A-916A8ABEBE3A}"/>
              </a:ext>
            </a:extLst>
          </p:cNvPr>
          <p:cNvSpPr txBox="1"/>
          <p:nvPr userDrawn="1"/>
        </p:nvSpPr>
        <p:spPr>
          <a:xfrm>
            <a:off x="4376778" y="4252665"/>
            <a:ext cx="1600200" cy="230832"/>
          </a:xfrm>
          <a:prstGeom prst="rect">
            <a:avLst/>
          </a:prstGeom>
          <a:solidFill>
            <a:schemeClr val="accent4"/>
          </a:solidFill>
        </p:spPr>
        <p:txBody>
          <a:bodyPr wrap="square" rtlCol="0">
            <a:spAutoFit/>
          </a:bodyPr>
          <a:lstStyle/>
          <a:p>
            <a:r>
              <a:rPr lang="en-US" sz="900" b="0">
                <a:solidFill>
                  <a:schemeClr val="bg1"/>
                </a:solidFill>
              </a:rPr>
              <a:t>RGB: 123, 167, 188</a:t>
            </a:r>
          </a:p>
        </p:txBody>
      </p:sp>
      <p:sp>
        <p:nvSpPr>
          <p:cNvPr id="17" name="TextBox 16">
            <a:extLst>
              <a:ext uri="{FF2B5EF4-FFF2-40B4-BE49-F238E27FC236}">
                <a16:creationId xmlns:a16="http://schemas.microsoft.com/office/drawing/2014/main" id="{02EA9186-E29F-6230-342E-0C99C8F431C1}"/>
              </a:ext>
            </a:extLst>
          </p:cNvPr>
          <p:cNvSpPr txBox="1"/>
          <p:nvPr userDrawn="1"/>
        </p:nvSpPr>
        <p:spPr>
          <a:xfrm>
            <a:off x="9538623" y="2975129"/>
            <a:ext cx="1600200" cy="395283"/>
          </a:xfrm>
          <a:prstGeom prst="rect">
            <a:avLst/>
          </a:prstGeom>
          <a:solidFill>
            <a:schemeClr val="accent6"/>
          </a:solidFill>
        </p:spPr>
        <p:txBody>
          <a:bodyPr wrap="square" rtlCol="0">
            <a:noAutofit/>
          </a:bodyPr>
          <a:lstStyle/>
          <a:p>
            <a:r>
              <a:rPr lang="en-US" sz="900" b="1">
                <a:solidFill>
                  <a:schemeClr val="bg1"/>
                </a:solidFill>
              </a:rPr>
              <a:t>Red 186</a:t>
            </a:r>
          </a:p>
          <a:p>
            <a:r>
              <a:rPr lang="en-US" sz="900">
                <a:solidFill>
                  <a:schemeClr val="bg1"/>
                </a:solidFill>
              </a:rPr>
              <a:t>RGB: 206, 17, 38</a:t>
            </a:r>
          </a:p>
        </p:txBody>
      </p:sp>
      <p:sp>
        <p:nvSpPr>
          <p:cNvPr id="18" name="TextBox 17">
            <a:extLst>
              <a:ext uri="{FF2B5EF4-FFF2-40B4-BE49-F238E27FC236}">
                <a16:creationId xmlns:a16="http://schemas.microsoft.com/office/drawing/2014/main" id="{0B8F9550-0C58-B5DB-AC53-18760A42A073}"/>
              </a:ext>
            </a:extLst>
          </p:cNvPr>
          <p:cNvSpPr txBox="1"/>
          <p:nvPr userDrawn="1"/>
        </p:nvSpPr>
        <p:spPr>
          <a:xfrm>
            <a:off x="6097393" y="4252665"/>
            <a:ext cx="1600200" cy="230832"/>
          </a:xfrm>
          <a:prstGeom prst="rect">
            <a:avLst/>
          </a:prstGeom>
          <a:solidFill>
            <a:schemeClr val="accent5"/>
          </a:solidFill>
        </p:spPr>
        <p:txBody>
          <a:bodyPr wrap="square" rtlCol="0">
            <a:spAutoFit/>
          </a:bodyPr>
          <a:lstStyle/>
          <a:p>
            <a:r>
              <a:rPr lang="en-US" sz="900" b="0">
                <a:solidFill>
                  <a:schemeClr val="bg1"/>
                </a:solidFill>
              </a:rPr>
              <a:t>RGB: 183, 169, 154</a:t>
            </a:r>
          </a:p>
        </p:txBody>
      </p:sp>
      <p:sp>
        <p:nvSpPr>
          <p:cNvPr id="19" name="TextBox 18">
            <a:extLst>
              <a:ext uri="{FF2B5EF4-FFF2-40B4-BE49-F238E27FC236}">
                <a16:creationId xmlns:a16="http://schemas.microsoft.com/office/drawing/2014/main" id="{2A94DDDD-08AF-823A-E89F-47FD078CA228}"/>
              </a:ext>
            </a:extLst>
          </p:cNvPr>
          <p:cNvSpPr txBox="1"/>
          <p:nvPr userDrawn="1"/>
        </p:nvSpPr>
        <p:spPr>
          <a:xfrm>
            <a:off x="8947053" y="1714500"/>
            <a:ext cx="2191770" cy="1141144"/>
          </a:xfrm>
          <a:prstGeom prst="rect">
            <a:avLst/>
          </a:prstGeom>
          <a:solidFill>
            <a:schemeClr val="tx1"/>
          </a:solidFill>
          <a:ln>
            <a:noFill/>
          </a:ln>
        </p:spPr>
        <p:txBody>
          <a:bodyPr wrap="square" rtlCol="0">
            <a:noAutofit/>
          </a:bodyPr>
          <a:lstStyle/>
          <a:p>
            <a:r>
              <a:rPr lang="en-US" sz="900" b="1">
                <a:solidFill>
                  <a:schemeClr val="bg1"/>
                </a:solidFill>
              </a:rPr>
              <a:t>Black</a:t>
            </a:r>
          </a:p>
          <a:p>
            <a:r>
              <a:rPr lang="en-US" sz="900">
                <a:solidFill>
                  <a:schemeClr val="bg1"/>
                </a:solidFill>
              </a:rPr>
              <a:t>RGB: 0, 0, 0</a:t>
            </a:r>
          </a:p>
        </p:txBody>
      </p:sp>
      <p:sp>
        <p:nvSpPr>
          <p:cNvPr id="20" name="Slide number">
            <a:extLst>
              <a:ext uri="{FF2B5EF4-FFF2-40B4-BE49-F238E27FC236}">
                <a16:creationId xmlns:a16="http://schemas.microsoft.com/office/drawing/2014/main" id="{48ED18F1-9706-DDFB-8EE0-306998DEAB13}"/>
              </a:ext>
            </a:extLst>
          </p:cNvPr>
          <p:cNvSpPr>
            <a:spLocks noGrp="1"/>
          </p:cNvSpPr>
          <p:nvPr>
            <p:ph type="sldNum" sz="quarter" idx="4"/>
          </p:nvPr>
        </p:nvSpPr>
        <p:spPr>
          <a:xfrm>
            <a:off x="11506200" y="6441426"/>
            <a:ext cx="531946" cy="365125"/>
          </a:xfrm>
          <a:prstGeom prst="rect">
            <a:avLst/>
          </a:prstGeom>
        </p:spPr>
        <p:txBody>
          <a:bodyPr vert="horz" lIns="0" tIns="0" rIns="0" bIns="0" rtlCol="0" anchor="t" anchorCtr="0"/>
          <a:lstStyle>
            <a:lvl1pPr algn="r">
              <a:defRPr lang="en-US" sz="1200" kern="1200" smtClean="0">
                <a:solidFill>
                  <a:schemeClr val="accent3"/>
                </a:solidFill>
                <a:latin typeface="+mn-lt"/>
                <a:ea typeface="+mn-ea"/>
                <a:cs typeface="+mn-cs"/>
              </a:defRPr>
            </a:lvl1pPr>
          </a:lstStyle>
          <a:p>
            <a:fld id="{07165E6F-54ED-4977-A15E-D44BE7238A65}" type="slidenum">
              <a:rPr lang="en-US" smtClean="0"/>
              <a:pPr/>
              <a:t>‹#›</a:t>
            </a:fld>
            <a:endParaRPr lang="en-US"/>
          </a:p>
        </p:txBody>
      </p:sp>
    </p:spTree>
    <p:extLst>
      <p:ext uri="{BB962C8B-B14F-4D97-AF65-F5344CB8AC3E}">
        <p14:creationId xmlns:p14="http://schemas.microsoft.com/office/powerpoint/2010/main" val="42834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694944" y="466347"/>
            <a:ext cx="10811256" cy="676653"/>
          </a:xfrm>
          <a:prstGeom prst="rect">
            <a:avLst/>
          </a:prstGeom>
        </p:spPr>
        <p:txBody>
          <a:bodyPr/>
          <a:lstStyle>
            <a:lvl1pPr>
              <a:lnSpc>
                <a:spcPct val="80000"/>
              </a:lnSpc>
              <a:defRPr/>
            </a:lvl1pPr>
          </a:lstStyle>
          <a:p>
            <a:r>
              <a:rPr lang="en-US"/>
              <a:t>Title. 32 pt. black. Bold. Sentence case. Two lines max.</a:t>
            </a:r>
          </a:p>
        </p:txBody>
      </p:sp>
      <p:sp>
        <p:nvSpPr>
          <p:cNvPr id="3" name="Slide number">
            <a:extLst>
              <a:ext uri="{FF2B5EF4-FFF2-40B4-BE49-F238E27FC236}">
                <a16:creationId xmlns:a16="http://schemas.microsoft.com/office/drawing/2014/main" id="{AE521BDA-AF2B-5E6B-0369-DB790F396A9B}"/>
              </a:ext>
            </a:extLst>
          </p:cNvPr>
          <p:cNvSpPr>
            <a:spLocks noGrp="1"/>
          </p:cNvSpPr>
          <p:nvPr>
            <p:ph type="sldNum" sz="quarter" idx="4"/>
          </p:nvPr>
        </p:nvSpPr>
        <p:spPr>
          <a:xfrm>
            <a:off x="11506200" y="6441426"/>
            <a:ext cx="531946" cy="365125"/>
          </a:xfrm>
          <a:prstGeom prst="rect">
            <a:avLst/>
          </a:prstGeom>
        </p:spPr>
        <p:txBody>
          <a:bodyPr vert="horz" lIns="0" tIns="0" rIns="0" bIns="0" rtlCol="0" anchor="t" anchorCtr="0"/>
          <a:lstStyle>
            <a:lvl1pPr algn="r">
              <a:defRPr lang="en-US" sz="1200" kern="1200" smtClean="0">
                <a:solidFill>
                  <a:schemeClr val="accent3"/>
                </a:solidFill>
                <a:latin typeface="+mn-lt"/>
                <a:ea typeface="+mn-ea"/>
                <a:cs typeface="+mn-cs"/>
              </a:defRPr>
            </a:lvl1pPr>
          </a:lstStyle>
          <a:p>
            <a:fld id="{07165E6F-54ED-4977-A15E-D44BE7238A65}" type="slidenum">
              <a:rPr lang="en-US" smtClean="0"/>
              <a:pPr/>
              <a:t>‹#›</a:t>
            </a:fld>
            <a:endParaRPr lang="en-US"/>
          </a:p>
        </p:txBody>
      </p:sp>
    </p:spTree>
    <p:extLst>
      <p:ext uri="{BB962C8B-B14F-4D97-AF65-F5344CB8AC3E}">
        <p14:creationId xmlns:p14="http://schemas.microsoft.com/office/powerpoint/2010/main" val="365079786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31" name="Body"/>
          <p:cNvSpPr>
            <a:spLocks noGrp="1"/>
          </p:cNvSpPr>
          <p:nvPr>
            <p:ph type="body" sz="quarter" idx="13" hasCustomPrompt="1"/>
          </p:nvPr>
        </p:nvSpPr>
        <p:spPr>
          <a:xfrm>
            <a:off x="685799" y="1476000"/>
            <a:ext cx="10829543" cy="4315200"/>
          </a:xfrm>
          <a:noFill/>
        </p:spPr>
        <p:txBody>
          <a:bodyPr/>
          <a:lstStyle>
            <a:lvl1pPr marL="288925" indent="-288925" algn="l" defTabSz="914400" rtl="0" eaLnBrk="1" latinLnBrk="0" hangingPunct="1">
              <a:lnSpc>
                <a:spcPct val="100000"/>
              </a:lnSpc>
              <a:spcBef>
                <a:spcPts val="0"/>
              </a:spcBef>
              <a:spcAft>
                <a:spcPts val="600"/>
              </a:spcAft>
              <a:buClrTx/>
              <a:buSzPct val="100000"/>
              <a:buFont typeface="Arial" panose="020B0604020202020204" pitchFamily="34" charset="0"/>
              <a:buChar char="•"/>
              <a:defRPr lang="en-US" sz="2800" kern="1200" baseline="0" dirty="0" smtClean="0">
                <a:solidFill>
                  <a:schemeClr val="tx1"/>
                </a:solidFill>
                <a:latin typeface="+mn-lt"/>
                <a:ea typeface="+mn-ea"/>
                <a:cs typeface="+mn-cs"/>
              </a:defRPr>
            </a:lvl1pPr>
            <a:lvl2pPr marL="569913" indent="-280988" algn="l" defTabSz="914400" rtl="0" eaLnBrk="1" latinLnBrk="0" hangingPunct="1">
              <a:lnSpc>
                <a:spcPct val="100000"/>
              </a:lnSpc>
              <a:spcBef>
                <a:spcPts val="0"/>
              </a:spcBef>
              <a:spcAft>
                <a:spcPts val="600"/>
              </a:spcAft>
              <a:buClrTx/>
              <a:buSzPct val="100000"/>
              <a:buFont typeface="Arial" panose="020B0604020202020204" pitchFamily="34" charset="0"/>
              <a:defRPr lang="en-US" sz="2200" kern="1200" baseline="0" dirty="0" smtClean="0">
                <a:solidFill>
                  <a:schemeClr val="tx1"/>
                </a:solidFill>
                <a:latin typeface="+mn-lt"/>
                <a:ea typeface="+mn-ea"/>
                <a:cs typeface="+mn-cs"/>
              </a:defRPr>
            </a:lvl2pPr>
            <a:lvl3pPr marL="801688" indent="-231775" algn="l" defTabSz="914400" rtl="0" eaLnBrk="1" latinLnBrk="0" hangingPunct="1">
              <a:lnSpc>
                <a:spcPct val="100000"/>
              </a:lnSpc>
              <a:spcBef>
                <a:spcPts val="0"/>
              </a:spcBef>
              <a:spcAft>
                <a:spcPts val="600"/>
              </a:spcAft>
              <a:buClrTx/>
              <a:buSzPct val="100000"/>
              <a:buFont typeface="Arial" panose="020B0604020202020204" pitchFamily="34" charset="0"/>
              <a:defRPr lang="en-US" sz="2200" kern="1200" baseline="0" dirty="0" smtClean="0">
                <a:solidFill>
                  <a:schemeClr val="tx1"/>
                </a:solidFill>
                <a:latin typeface="+mn-lt"/>
                <a:ea typeface="+mn-ea"/>
                <a:cs typeface="+mn-cs"/>
              </a:defRPr>
            </a:lvl3pPr>
            <a:lvl4pPr marL="1082675" indent="-280988" algn="l" defTabSz="914400" rtl="0" eaLnBrk="1" latinLnBrk="0" hangingPunct="1">
              <a:lnSpc>
                <a:spcPct val="100000"/>
              </a:lnSpc>
              <a:spcBef>
                <a:spcPts val="0"/>
              </a:spcBef>
              <a:spcAft>
                <a:spcPts val="600"/>
              </a:spcAft>
              <a:buClrTx/>
              <a:buSzPct val="100000"/>
              <a:buFont typeface="Arial" panose="020B0604020202020204" pitchFamily="34" charset="0"/>
              <a:defRPr lang="en-US" sz="2200" kern="1200" dirty="0" smtClean="0">
                <a:solidFill>
                  <a:schemeClr val="tx1"/>
                </a:solidFill>
                <a:latin typeface="+mn-lt"/>
                <a:ea typeface="+mn-ea"/>
                <a:cs typeface="+mn-cs"/>
              </a:defRPr>
            </a:lvl4pPr>
            <a:lvl5pPr marL="1316038" indent="-233363" algn="l" defTabSz="914400" rtl="0" eaLnBrk="1" latinLnBrk="0" hangingPunct="1">
              <a:lnSpc>
                <a:spcPct val="100000"/>
              </a:lnSpc>
              <a:spcBef>
                <a:spcPts val="0"/>
              </a:spcBef>
              <a:spcAft>
                <a:spcPts val="600"/>
              </a:spcAft>
              <a:buClrTx/>
              <a:buSzPct val="100000"/>
              <a:buFont typeface="Arial" panose="020B0604020202020204" pitchFamily="34" charset="0"/>
              <a:defRPr lang="en-US" sz="2200" kern="1200" dirty="0">
                <a:solidFill>
                  <a:schemeClr val="tx1"/>
                </a:solidFill>
                <a:latin typeface="+mn-lt"/>
                <a:ea typeface="+mn-ea"/>
                <a:cs typeface="+mn-cs"/>
              </a:defRPr>
            </a:lvl5pPr>
          </a:lstStyle>
          <a:p>
            <a:pPr lvl="0"/>
            <a:r>
              <a:rPr lang="en-US"/>
              <a:t>Main bullet. 28 pt. black.</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hasCustomPrompt="1"/>
          </p:nvPr>
        </p:nvSpPr>
        <p:spPr>
          <a:xfrm>
            <a:off x="694944" y="466347"/>
            <a:ext cx="10811256" cy="676653"/>
          </a:xfrm>
          <a:prstGeom prst="rect">
            <a:avLst/>
          </a:prstGeom>
        </p:spPr>
        <p:txBody>
          <a:bodyPr/>
          <a:lstStyle>
            <a:lvl1pPr>
              <a:lnSpc>
                <a:spcPct val="80000"/>
              </a:lnSpc>
              <a:defRPr/>
            </a:lvl1pPr>
          </a:lstStyle>
          <a:p>
            <a:r>
              <a:rPr lang="en-US"/>
              <a:t>Title. 32 pt. black. Bold. Sentence case. Two lines max.</a:t>
            </a:r>
          </a:p>
        </p:txBody>
      </p:sp>
      <p:sp>
        <p:nvSpPr>
          <p:cNvPr id="2" name="Takeaway bar">
            <a:extLst>
              <a:ext uri="{FF2B5EF4-FFF2-40B4-BE49-F238E27FC236}">
                <a16:creationId xmlns:a16="http://schemas.microsoft.com/office/drawing/2014/main" id="{8F3A43FB-9FBA-E24C-1C15-E32F1866C8DA}"/>
              </a:ext>
            </a:extLst>
          </p:cNvPr>
          <p:cNvSpPr>
            <a:spLocks noGrp="1"/>
          </p:cNvSpPr>
          <p:nvPr>
            <p:ph type="body" sz="quarter" idx="15" hasCustomPrompt="1"/>
          </p:nvPr>
        </p:nvSpPr>
        <p:spPr>
          <a:xfrm>
            <a:off x="694944" y="5865760"/>
            <a:ext cx="10820399" cy="320088"/>
          </a:xfrm>
          <a:solidFill>
            <a:schemeClr val="accent1"/>
          </a:solidFill>
        </p:spPr>
        <p:txBody>
          <a:bodyPr vert="horz" wrap="square" lIns="621792" tIns="36576" rIns="621792" bIns="36576" rtlCol="0" anchor="b" anchorCtr="0">
            <a:spAutoFit/>
          </a:bodyPr>
          <a:lstStyle>
            <a:lvl1pPr marL="0" indent="0" algn="ctr" defTabSz="0">
              <a:lnSpc>
                <a:spcPct val="100000"/>
              </a:lnSpc>
              <a:spcBef>
                <a:spcPts val="0"/>
              </a:spcBef>
              <a:buFontTx/>
              <a:buNone/>
              <a:defRPr lang="en-US" sz="1600" b="1" dirty="0">
                <a:solidFill>
                  <a:schemeClr val="tx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Black. Bold. 16 pt. Centered. Sentence case.</a:t>
            </a:r>
          </a:p>
        </p:txBody>
      </p:sp>
      <p:sp>
        <p:nvSpPr>
          <p:cNvPr id="4" name="Slide number">
            <a:extLst>
              <a:ext uri="{FF2B5EF4-FFF2-40B4-BE49-F238E27FC236}">
                <a16:creationId xmlns:a16="http://schemas.microsoft.com/office/drawing/2014/main" id="{9CEB9DAB-B7CE-E7D8-665E-A9D4DE95483C}"/>
              </a:ext>
            </a:extLst>
          </p:cNvPr>
          <p:cNvSpPr>
            <a:spLocks noGrp="1"/>
          </p:cNvSpPr>
          <p:nvPr>
            <p:ph type="sldNum" sz="quarter" idx="4"/>
          </p:nvPr>
        </p:nvSpPr>
        <p:spPr>
          <a:xfrm>
            <a:off x="11506200" y="6441426"/>
            <a:ext cx="531946" cy="365125"/>
          </a:xfrm>
          <a:prstGeom prst="rect">
            <a:avLst/>
          </a:prstGeom>
        </p:spPr>
        <p:txBody>
          <a:bodyPr vert="horz" lIns="0" tIns="0" rIns="0" bIns="0" rtlCol="0" anchor="t" anchorCtr="0"/>
          <a:lstStyle>
            <a:lvl1pPr algn="r">
              <a:defRPr lang="en-US" sz="1200" kern="1200" smtClean="0">
                <a:solidFill>
                  <a:schemeClr val="accent3"/>
                </a:solidFill>
                <a:latin typeface="+mn-lt"/>
                <a:ea typeface="+mn-ea"/>
                <a:cs typeface="+mn-cs"/>
              </a:defRPr>
            </a:lvl1pPr>
          </a:lstStyle>
          <a:p>
            <a:fld id="{07165E6F-54ED-4977-A15E-D44BE7238A65}" type="slidenum">
              <a:rPr lang="en-US" smtClean="0"/>
              <a:pPr/>
              <a:t>‹#›</a:t>
            </a:fld>
            <a:endParaRPr lang="en-US"/>
          </a:p>
        </p:txBody>
      </p:sp>
    </p:spTree>
    <p:extLst>
      <p:ext uri="{BB962C8B-B14F-4D97-AF65-F5344CB8AC3E}">
        <p14:creationId xmlns:p14="http://schemas.microsoft.com/office/powerpoint/2010/main" val="3424374244"/>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 column/photo">
    <p:bg>
      <p:bgRef idx="1001">
        <a:schemeClr val="bg1"/>
      </p:bgRef>
    </p:bg>
    <p:spTree>
      <p:nvGrpSpPr>
        <p:cNvPr id="1" name=""/>
        <p:cNvGrpSpPr/>
        <p:nvPr/>
      </p:nvGrpSpPr>
      <p:grpSpPr>
        <a:xfrm>
          <a:off x="0" y="0"/>
          <a:ext cx="0" cy="0"/>
          <a:chOff x="0" y="0"/>
          <a:chExt cx="0" cy="0"/>
        </a:xfrm>
      </p:grpSpPr>
      <p:sp>
        <p:nvSpPr>
          <p:cNvPr id="3" name="Picture Placeholder 2"/>
          <p:cNvSpPr>
            <a:spLocks noGrp="1"/>
          </p:cNvSpPr>
          <p:nvPr>
            <p:ph type="pic" sz="quarter" idx="17" hasCustomPrompt="1"/>
          </p:nvPr>
        </p:nvSpPr>
        <p:spPr>
          <a:xfrm>
            <a:off x="4381500" y="1572733"/>
            <a:ext cx="7124700" cy="3903034"/>
          </a:xfrm>
          <a:solidFill>
            <a:schemeClr val="accent2">
              <a:lumMod val="20000"/>
              <a:lumOff val="80000"/>
            </a:schemeClr>
          </a:solidFill>
        </p:spPr>
        <p:txBody>
          <a:bodyPr tIns="1188720"/>
          <a:lstStyle>
            <a:lvl1pPr marL="0" indent="0" algn="ctr">
              <a:buNone/>
              <a:defRPr/>
            </a:lvl1pPr>
          </a:lstStyle>
          <a:p>
            <a:r>
              <a:rPr lang="en-US"/>
              <a:t>Click to insert photo</a:t>
            </a:r>
          </a:p>
        </p:txBody>
      </p:sp>
      <p:sp>
        <p:nvSpPr>
          <p:cNvPr id="9" name="Text Placeholder 2"/>
          <p:cNvSpPr>
            <a:spLocks noGrp="1"/>
          </p:cNvSpPr>
          <p:nvPr>
            <p:ph type="body" sz="quarter" idx="21" hasCustomPrompt="1"/>
          </p:nvPr>
        </p:nvSpPr>
        <p:spPr>
          <a:xfrm>
            <a:off x="695325" y="1572733"/>
            <a:ext cx="3419475" cy="590931"/>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latin typeface="+mj-lt"/>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black. Bold. Sentence case.</a:t>
            </a:r>
          </a:p>
        </p:txBody>
      </p:sp>
      <p:sp>
        <p:nvSpPr>
          <p:cNvPr id="10" name="Title 5"/>
          <p:cNvSpPr>
            <a:spLocks noGrp="1"/>
          </p:cNvSpPr>
          <p:nvPr>
            <p:ph type="title" hasCustomPrompt="1"/>
          </p:nvPr>
        </p:nvSpPr>
        <p:spPr>
          <a:xfrm>
            <a:off x="694944" y="466347"/>
            <a:ext cx="10811256" cy="676653"/>
          </a:xfrm>
          <a:prstGeom prst="rect">
            <a:avLst/>
          </a:prstGeom>
        </p:spPr>
        <p:txBody>
          <a:bodyPr/>
          <a:lstStyle>
            <a:lvl1pPr>
              <a:lnSpc>
                <a:spcPct val="80000"/>
              </a:lnSpc>
              <a:defRPr/>
            </a:lvl1pPr>
          </a:lstStyle>
          <a:p>
            <a:r>
              <a:rPr lang="en-US"/>
              <a:t>Title. 32 pt. black. Bold. Sentence case. Two lines max.</a:t>
            </a:r>
          </a:p>
        </p:txBody>
      </p:sp>
      <p:sp>
        <p:nvSpPr>
          <p:cNvPr id="2" name="Body 1">
            <a:extLst>
              <a:ext uri="{FF2B5EF4-FFF2-40B4-BE49-F238E27FC236}">
                <a16:creationId xmlns:a16="http://schemas.microsoft.com/office/drawing/2014/main" id="{82C03A76-7437-CCE5-AA77-D22BE8AE05E8}"/>
              </a:ext>
            </a:extLst>
          </p:cNvPr>
          <p:cNvSpPr>
            <a:spLocks noGrp="1"/>
          </p:cNvSpPr>
          <p:nvPr>
            <p:ph type="body" sz="quarter" idx="13" hasCustomPrompt="1"/>
          </p:nvPr>
        </p:nvSpPr>
        <p:spPr>
          <a:xfrm>
            <a:off x="690933" y="2247900"/>
            <a:ext cx="3423867" cy="3227867"/>
          </a:xfrm>
          <a:noFill/>
        </p:spPr>
        <p:txBody>
          <a:bodyPr rIns="182880"/>
          <a:lstStyle>
            <a:lvl1pPr marL="219456" indent="-219456" algn="l" defTabSz="914400" rtl="0" eaLnBrk="1" latinLnBrk="0" hangingPunct="1">
              <a:lnSpc>
                <a:spcPct val="100000"/>
              </a:lnSpc>
              <a:spcBef>
                <a:spcPts val="0"/>
              </a:spcBef>
              <a:spcAft>
                <a:spcPts val="600"/>
              </a:spcAft>
              <a:buClrTx/>
              <a:buFont typeface="Arial" panose="020B0604020202020204" pitchFamily="34" charset="0"/>
              <a:defRPr lang="en-US" sz="1800" kern="1200" baseline="0" dirty="0" smtClean="0">
                <a:solidFill>
                  <a:schemeClr val="tx1"/>
                </a:solidFill>
                <a:latin typeface="+mn-lt"/>
                <a:ea typeface="+mn-ea"/>
                <a:cs typeface="+mn-cs"/>
              </a:defRPr>
            </a:lvl1pPr>
            <a:lvl2pPr marL="438150" indent="-204788" algn="l" defTabSz="914400" rtl="0" eaLnBrk="1" latinLnBrk="0" hangingPunct="1">
              <a:lnSpc>
                <a:spcPct val="100000"/>
              </a:lnSpc>
              <a:spcBef>
                <a:spcPts val="0"/>
              </a:spcBef>
              <a:spcAft>
                <a:spcPts val="600"/>
              </a:spcAft>
              <a:buClrTx/>
              <a:buFont typeface="Arial" panose="020B0604020202020204" pitchFamily="34" charset="0"/>
              <a:defRPr lang="en-US" sz="1800" kern="1200" dirty="0" smtClean="0">
                <a:solidFill>
                  <a:schemeClr val="tx1"/>
                </a:solidFill>
                <a:latin typeface="+mn-lt"/>
                <a:ea typeface="+mn-ea"/>
                <a:cs typeface="+mn-cs"/>
              </a:defRPr>
            </a:lvl2pPr>
            <a:lvl3pPr marL="690563" indent="-233363" algn="l" defTabSz="914400" rtl="0" eaLnBrk="1" latinLnBrk="0" hangingPunct="1">
              <a:lnSpc>
                <a:spcPct val="100000"/>
              </a:lnSpc>
              <a:spcBef>
                <a:spcPts val="0"/>
              </a:spcBef>
              <a:spcAft>
                <a:spcPts val="600"/>
              </a:spcAft>
              <a:buClrTx/>
              <a:buFont typeface="Arial" panose="020B0604020202020204" pitchFamily="34" charset="0"/>
              <a:defRPr lang="en-US" sz="1800" kern="1200" dirty="0" smtClean="0">
                <a:solidFill>
                  <a:schemeClr val="tx1"/>
                </a:solidFill>
                <a:latin typeface="+mn-lt"/>
                <a:ea typeface="+mn-ea"/>
                <a:cs typeface="+mn-cs"/>
              </a:defRPr>
            </a:lvl3pPr>
            <a:lvl4pPr marL="914400" indent="-223838" algn="l" defTabSz="914400" rtl="0" eaLnBrk="1" latinLnBrk="0" hangingPunct="1">
              <a:lnSpc>
                <a:spcPct val="100000"/>
              </a:lnSpc>
              <a:spcBef>
                <a:spcPts val="0"/>
              </a:spcBef>
              <a:spcAft>
                <a:spcPts val="600"/>
              </a:spcAft>
              <a:buClrTx/>
              <a:buFont typeface="Arial" panose="020B0604020202020204" pitchFamily="34" charset="0"/>
              <a:defRPr lang="en-US" sz="1800" kern="1200" dirty="0" smtClean="0">
                <a:solidFill>
                  <a:schemeClr val="tx1"/>
                </a:solidFill>
                <a:latin typeface="+mn-lt"/>
                <a:ea typeface="+mn-ea"/>
                <a:cs typeface="+mn-cs"/>
              </a:defRPr>
            </a:lvl4pPr>
            <a:lvl5pPr marL="1147763" indent="-233363" algn="l" defTabSz="914400" rtl="0" eaLnBrk="1" latinLnBrk="0" hangingPunct="1">
              <a:lnSpc>
                <a:spcPct val="100000"/>
              </a:lnSpc>
              <a:spcBef>
                <a:spcPts val="0"/>
              </a:spcBef>
              <a:spcAft>
                <a:spcPts val="600"/>
              </a:spcAft>
              <a:buClrTx/>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4" name="Takeaway bar">
            <a:extLst>
              <a:ext uri="{FF2B5EF4-FFF2-40B4-BE49-F238E27FC236}">
                <a16:creationId xmlns:a16="http://schemas.microsoft.com/office/drawing/2014/main" id="{67AD0891-A881-5DC1-1013-43191733147F}"/>
              </a:ext>
            </a:extLst>
          </p:cNvPr>
          <p:cNvSpPr>
            <a:spLocks noGrp="1"/>
          </p:cNvSpPr>
          <p:nvPr>
            <p:ph type="body" sz="quarter" idx="15" hasCustomPrompt="1"/>
          </p:nvPr>
        </p:nvSpPr>
        <p:spPr>
          <a:xfrm>
            <a:off x="694944" y="5865760"/>
            <a:ext cx="10820399" cy="320088"/>
          </a:xfrm>
          <a:solidFill>
            <a:schemeClr val="accent1"/>
          </a:solidFill>
        </p:spPr>
        <p:txBody>
          <a:bodyPr vert="horz" wrap="square" lIns="621792" tIns="36576" rIns="621792" bIns="36576" rtlCol="0" anchor="b" anchorCtr="0">
            <a:spAutoFit/>
          </a:bodyPr>
          <a:lstStyle>
            <a:lvl1pPr marL="0" indent="0" algn="ctr" defTabSz="0">
              <a:lnSpc>
                <a:spcPct val="100000"/>
              </a:lnSpc>
              <a:spcBef>
                <a:spcPts val="0"/>
              </a:spcBef>
              <a:buFontTx/>
              <a:buNone/>
              <a:defRPr lang="en-US" sz="1600" b="1" dirty="0">
                <a:solidFill>
                  <a:schemeClr val="tx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Black. Bold. 16 pt. Centered. Sentence case.</a:t>
            </a:r>
          </a:p>
        </p:txBody>
      </p:sp>
      <p:sp>
        <p:nvSpPr>
          <p:cNvPr id="6" name="Slide number">
            <a:extLst>
              <a:ext uri="{FF2B5EF4-FFF2-40B4-BE49-F238E27FC236}">
                <a16:creationId xmlns:a16="http://schemas.microsoft.com/office/drawing/2014/main" id="{5EBE5210-C226-8FD0-987E-3E0BB7FC40A1}"/>
              </a:ext>
            </a:extLst>
          </p:cNvPr>
          <p:cNvSpPr>
            <a:spLocks noGrp="1"/>
          </p:cNvSpPr>
          <p:nvPr>
            <p:ph type="sldNum" sz="quarter" idx="4"/>
          </p:nvPr>
        </p:nvSpPr>
        <p:spPr>
          <a:xfrm>
            <a:off x="11506200" y="6441426"/>
            <a:ext cx="531946" cy="365125"/>
          </a:xfrm>
          <a:prstGeom prst="rect">
            <a:avLst/>
          </a:prstGeom>
        </p:spPr>
        <p:txBody>
          <a:bodyPr vert="horz" lIns="0" tIns="0" rIns="0" bIns="0" rtlCol="0" anchor="t" anchorCtr="0"/>
          <a:lstStyle>
            <a:lvl1pPr algn="r">
              <a:defRPr lang="en-US" sz="1200" kern="1200" smtClean="0">
                <a:solidFill>
                  <a:schemeClr val="accent3"/>
                </a:solidFill>
                <a:latin typeface="+mn-lt"/>
                <a:ea typeface="+mn-ea"/>
                <a:cs typeface="+mn-cs"/>
              </a:defRPr>
            </a:lvl1pPr>
          </a:lstStyle>
          <a:p>
            <a:fld id="{07165E6F-54ED-4977-A15E-D44BE7238A65}" type="slidenum">
              <a:rPr lang="en-US" smtClean="0"/>
              <a:pPr/>
              <a:t>‹#›</a:t>
            </a:fld>
            <a:endParaRPr lang="en-US"/>
          </a:p>
        </p:txBody>
      </p:sp>
    </p:spTree>
    <p:extLst>
      <p:ext uri="{BB962C8B-B14F-4D97-AF65-F5344CB8AC3E}">
        <p14:creationId xmlns:p14="http://schemas.microsoft.com/office/powerpoint/2010/main" val="388358200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416"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sp>
        <p:nvSpPr>
          <p:cNvPr id="31" name="Body 1"/>
          <p:cNvSpPr>
            <a:spLocks noGrp="1"/>
          </p:cNvSpPr>
          <p:nvPr>
            <p:ph type="body" sz="quarter" idx="13" hasCustomPrompt="1"/>
          </p:nvPr>
        </p:nvSpPr>
        <p:spPr>
          <a:xfrm>
            <a:off x="696433" y="2294021"/>
            <a:ext cx="5247167" cy="3497178"/>
          </a:xfrm>
          <a:noFill/>
        </p:spPr>
        <p:txBody>
          <a:bodyPr rIns="182880"/>
          <a:lstStyle>
            <a:lvl1pPr marL="219456" indent="-219456" algn="l" defTabSz="914400" rtl="0" eaLnBrk="1" latinLnBrk="0" hangingPunct="1">
              <a:lnSpc>
                <a:spcPct val="100000"/>
              </a:lnSpc>
              <a:spcBef>
                <a:spcPts val="0"/>
              </a:spcBef>
              <a:spcAft>
                <a:spcPts val="600"/>
              </a:spcAft>
              <a:buClrTx/>
              <a:buFont typeface="Arial" panose="020B0604020202020204" pitchFamily="34" charset="0"/>
              <a:defRPr lang="en-US" sz="1800" kern="1200" baseline="0" dirty="0" smtClean="0">
                <a:solidFill>
                  <a:schemeClr val="tx1"/>
                </a:solidFill>
                <a:latin typeface="+mn-lt"/>
                <a:ea typeface="+mn-ea"/>
                <a:cs typeface="+mn-cs"/>
              </a:defRPr>
            </a:lvl1pPr>
            <a:lvl2pPr marL="438150" indent="-204788" algn="l" defTabSz="914400" rtl="0" eaLnBrk="1" latinLnBrk="0" hangingPunct="1">
              <a:lnSpc>
                <a:spcPct val="100000"/>
              </a:lnSpc>
              <a:spcBef>
                <a:spcPts val="0"/>
              </a:spcBef>
              <a:spcAft>
                <a:spcPts val="600"/>
              </a:spcAft>
              <a:buClrTx/>
              <a:buFont typeface="Arial" panose="020B0604020202020204" pitchFamily="34" charset="0"/>
              <a:defRPr lang="en-US" sz="1800" kern="1200" dirty="0" smtClean="0">
                <a:solidFill>
                  <a:schemeClr val="tx1"/>
                </a:solidFill>
                <a:latin typeface="+mn-lt"/>
                <a:ea typeface="+mn-ea"/>
                <a:cs typeface="+mn-cs"/>
              </a:defRPr>
            </a:lvl2pPr>
            <a:lvl3pPr marL="690563" indent="-233363" algn="l" defTabSz="914400" rtl="0" eaLnBrk="1" latinLnBrk="0" hangingPunct="1">
              <a:lnSpc>
                <a:spcPct val="100000"/>
              </a:lnSpc>
              <a:spcBef>
                <a:spcPts val="0"/>
              </a:spcBef>
              <a:spcAft>
                <a:spcPts val="600"/>
              </a:spcAft>
              <a:buClrTx/>
              <a:buFont typeface="Arial" panose="020B0604020202020204" pitchFamily="34" charset="0"/>
              <a:defRPr lang="en-US" sz="1800" kern="1200" dirty="0" smtClean="0">
                <a:solidFill>
                  <a:schemeClr val="tx1"/>
                </a:solidFill>
                <a:latin typeface="+mn-lt"/>
                <a:ea typeface="+mn-ea"/>
                <a:cs typeface="+mn-cs"/>
              </a:defRPr>
            </a:lvl3pPr>
            <a:lvl4pPr marL="914400" indent="-223838" algn="l" defTabSz="914400" rtl="0" eaLnBrk="1" latinLnBrk="0" hangingPunct="1">
              <a:lnSpc>
                <a:spcPct val="100000"/>
              </a:lnSpc>
              <a:spcBef>
                <a:spcPts val="0"/>
              </a:spcBef>
              <a:spcAft>
                <a:spcPts val="600"/>
              </a:spcAft>
              <a:buClrTx/>
              <a:buFont typeface="Arial" panose="020B0604020202020204" pitchFamily="34" charset="0"/>
              <a:defRPr lang="en-US" sz="1800" kern="1200" dirty="0" smtClean="0">
                <a:solidFill>
                  <a:schemeClr val="tx1"/>
                </a:solidFill>
                <a:latin typeface="+mn-lt"/>
                <a:ea typeface="+mn-ea"/>
                <a:cs typeface="+mn-cs"/>
              </a:defRPr>
            </a:lvl4pPr>
            <a:lvl5pPr marL="1147763" indent="-233363" algn="l" defTabSz="914400" rtl="0" eaLnBrk="1" latinLnBrk="0" hangingPunct="1">
              <a:lnSpc>
                <a:spcPct val="100000"/>
              </a:lnSpc>
              <a:spcBef>
                <a:spcPts val="0"/>
              </a:spcBef>
              <a:spcAft>
                <a:spcPts val="600"/>
              </a:spcAft>
              <a:buClrTx/>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21" hasCustomPrompt="1"/>
          </p:nvPr>
        </p:nvSpPr>
        <p:spPr>
          <a:xfrm>
            <a:off x="695325" y="1572733"/>
            <a:ext cx="5248274" cy="341632"/>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latin typeface="+mj-lt"/>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black. Bold. Sentence case. </a:t>
            </a:r>
          </a:p>
        </p:txBody>
      </p:sp>
      <p:sp>
        <p:nvSpPr>
          <p:cNvPr id="14" name="Text Placeholder 2"/>
          <p:cNvSpPr>
            <a:spLocks noGrp="1"/>
          </p:cNvSpPr>
          <p:nvPr>
            <p:ph type="body" sz="quarter" idx="22" hasCustomPrompt="1"/>
          </p:nvPr>
        </p:nvSpPr>
        <p:spPr>
          <a:xfrm>
            <a:off x="6248401" y="1572733"/>
            <a:ext cx="5248274" cy="341632"/>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latin typeface="+mj-lt"/>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black. Bold. Sentence case. </a:t>
            </a:r>
          </a:p>
        </p:txBody>
      </p:sp>
      <p:sp>
        <p:nvSpPr>
          <p:cNvPr id="15" name="Title 5"/>
          <p:cNvSpPr>
            <a:spLocks noGrp="1"/>
          </p:cNvSpPr>
          <p:nvPr>
            <p:ph type="title" hasCustomPrompt="1"/>
          </p:nvPr>
        </p:nvSpPr>
        <p:spPr>
          <a:xfrm>
            <a:off x="694944" y="466347"/>
            <a:ext cx="10811256" cy="676653"/>
          </a:xfrm>
          <a:prstGeom prst="rect">
            <a:avLst/>
          </a:prstGeom>
        </p:spPr>
        <p:txBody>
          <a:bodyPr/>
          <a:lstStyle>
            <a:lvl1pPr>
              <a:lnSpc>
                <a:spcPct val="80000"/>
              </a:lnSpc>
              <a:defRPr/>
            </a:lvl1pPr>
          </a:lstStyle>
          <a:p>
            <a:r>
              <a:rPr lang="en-US"/>
              <a:t>Title. 32 pt. black. Bold. Sentence case. Two lines max.</a:t>
            </a:r>
          </a:p>
        </p:txBody>
      </p:sp>
      <p:sp>
        <p:nvSpPr>
          <p:cNvPr id="2" name="Body 1">
            <a:extLst>
              <a:ext uri="{FF2B5EF4-FFF2-40B4-BE49-F238E27FC236}">
                <a16:creationId xmlns:a16="http://schemas.microsoft.com/office/drawing/2014/main" id="{CBE0B946-A5C4-9B05-3ADE-B4FE96232286}"/>
              </a:ext>
            </a:extLst>
          </p:cNvPr>
          <p:cNvSpPr>
            <a:spLocks noGrp="1"/>
          </p:cNvSpPr>
          <p:nvPr>
            <p:ph type="body" sz="quarter" idx="23" hasCustomPrompt="1"/>
          </p:nvPr>
        </p:nvSpPr>
        <p:spPr>
          <a:xfrm>
            <a:off x="6248400" y="2294021"/>
            <a:ext cx="5247167" cy="3497178"/>
          </a:xfrm>
          <a:noFill/>
        </p:spPr>
        <p:txBody>
          <a:bodyPr rIns="182880"/>
          <a:lstStyle>
            <a:lvl1pPr marL="219456" indent="-219456" algn="l" defTabSz="914400" rtl="0" eaLnBrk="1" latinLnBrk="0" hangingPunct="1">
              <a:lnSpc>
                <a:spcPct val="100000"/>
              </a:lnSpc>
              <a:spcBef>
                <a:spcPts val="0"/>
              </a:spcBef>
              <a:spcAft>
                <a:spcPts val="600"/>
              </a:spcAft>
              <a:buClrTx/>
              <a:buFont typeface="Arial" panose="020B0604020202020204" pitchFamily="34" charset="0"/>
              <a:defRPr lang="en-US" sz="1800" kern="1200" baseline="0" dirty="0" smtClean="0">
                <a:solidFill>
                  <a:schemeClr val="tx1"/>
                </a:solidFill>
                <a:latin typeface="+mn-lt"/>
                <a:ea typeface="+mn-ea"/>
                <a:cs typeface="+mn-cs"/>
              </a:defRPr>
            </a:lvl1pPr>
            <a:lvl2pPr marL="438150" indent="-204788" algn="l" defTabSz="914400" rtl="0" eaLnBrk="1" latinLnBrk="0" hangingPunct="1">
              <a:lnSpc>
                <a:spcPct val="100000"/>
              </a:lnSpc>
              <a:spcBef>
                <a:spcPts val="0"/>
              </a:spcBef>
              <a:spcAft>
                <a:spcPts val="600"/>
              </a:spcAft>
              <a:buClrTx/>
              <a:buFont typeface="Arial" panose="020B0604020202020204" pitchFamily="34" charset="0"/>
              <a:defRPr lang="en-US" sz="1800" kern="1200" dirty="0" smtClean="0">
                <a:solidFill>
                  <a:schemeClr val="tx1"/>
                </a:solidFill>
                <a:latin typeface="+mn-lt"/>
                <a:ea typeface="+mn-ea"/>
                <a:cs typeface="+mn-cs"/>
              </a:defRPr>
            </a:lvl2pPr>
            <a:lvl3pPr marL="690563" indent="-233363" algn="l" defTabSz="914400" rtl="0" eaLnBrk="1" latinLnBrk="0" hangingPunct="1">
              <a:lnSpc>
                <a:spcPct val="100000"/>
              </a:lnSpc>
              <a:spcBef>
                <a:spcPts val="0"/>
              </a:spcBef>
              <a:spcAft>
                <a:spcPts val="600"/>
              </a:spcAft>
              <a:buClrTx/>
              <a:buFont typeface="Arial" panose="020B0604020202020204" pitchFamily="34" charset="0"/>
              <a:defRPr lang="en-US" sz="1800" kern="1200" dirty="0" smtClean="0">
                <a:solidFill>
                  <a:schemeClr val="tx1"/>
                </a:solidFill>
                <a:latin typeface="+mn-lt"/>
                <a:ea typeface="+mn-ea"/>
                <a:cs typeface="+mn-cs"/>
              </a:defRPr>
            </a:lvl3pPr>
            <a:lvl4pPr marL="914400" indent="-223838" algn="l" defTabSz="914400" rtl="0" eaLnBrk="1" latinLnBrk="0" hangingPunct="1">
              <a:lnSpc>
                <a:spcPct val="100000"/>
              </a:lnSpc>
              <a:spcBef>
                <a:spcPts val="0"/>
              </a:spcBef>
              <a:spcAft>
                <a:spcPts val="600"/>
              </a:spcAft>
              <a:buClrTx/>
              <a:buFont typeface="Arial" panose="020B0604020202020204" pitchFamily="34" charset="0"/>
              <a:defRPr lang="en-US" sz="1800" kern="1200" dirty="0" smtClean="0">
                <a:solidFill>
                  <a:schemeClr val="tx1"/>
                </a:solidFill>
                <a:latin typeface="+mn-lt"/>
                <a:ea typeface="+mn-ea"/>
                <a:cs typeface="+mn-cs"/>
              </a:defRPr>
            </a:lvl4pPr>
            <a:lvl5pPr marL="1147763" indent="-233363" algn="l" defTabSz="914400" rtl="0" eaLnBrk="1" latinLnBrk="0" hangingPunct="1">
              <a:lnSpc>
                <a:spcPct val="100000"/>
              </a:lnSpc>
              <a:spcBef>
                <a:spcPts val="0"/>
              </a:spcBef>
              <a:spcAft>
                <a:spcPts val="600"/>
              </a:spcAft>
              <a:buClrTx/>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3" name="Takeaway bar">
            <a:extLst>
              <a:ext uri="{FF2B5EF4-FFF2-40B4-BE49-F238E27FC236}">
                <a16:creationId xmlns:a16="http://schemas.microsoft.com/office/drawing/2014/main" id="{5E9B1FFA-BD88-F9E9-59C9-C7AE0E13A901}"/>
              </a:ext>
            </a:extLst>
          </p:cNvPr>
          <p:cNvSpPr>
            <a:spLocks noGrp="1"/>
          </p:cNvSpPr>
          <p:nvPr>
            <p:ph type="body" sz="quarter" idx="15" hasCustomPrompt="1"/>
          </p:nvPr>
        </p:nvSpPr>
        <p:spPr>
          <a:xfrm>
            <a:off x="694944" y="5865760"/>
            <a:ext cx="10820399" cy="320088"/>
          </a:xfrm>
          <a:solidFill>
            <a:schemeClr val="accent1"/>
          </a:solidFill>
        </p:spPr>
        <p:txBody>
          <a:bodyPr vert="horz" wrap="square" lIns="621792" tIns="36576" rIns="621792" bIns="36576" rtlCol="0" anchor="b" anchorCtr="0">
            <a:spAutoFit/>
          </a:bodyPr>
          <a:lstStyle>
            <a:lvl1pPr marL="0" indent="0" algn="ctr" defTabSz="0">
              <a:lnSpc>
                <a:spcPct val="100000"/>
              </a:lnSpc>
              <a:spcBef>
                <a:spcPts val="0"/>
              </a:spcBef>
              <a:buFontTx/>
              <a:buNone/>
              <a:defRPr lang="en-US" sz="1600" b="1" dirty="0">
                <a:solidFill>
                  <a:schemeClr val="tx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Black. Bold. 16 pt. Centered. Sentence case.</a:t>
            </a:r>
          </a:p>
        </p:txBody>
      </p:sp>
      <p:sp>
        <p:nvSpPr>
          <p:cNvPr id="5" name="Slide number">
            <a:extLst>
              <a:ext uri="{FF2B5EF4-FFF2-40B4-BE49-F238E27FC236}">
                <a16:creationId xmlns:a16="http://schemas.microsoft.com/office/drawing/2014/main" id="{35145B00-5537-9741-749E-8B2C285CC55B}"/>
              </a:ext>
            </a:extLst>
          </p:cNvPr>
          <p:cNvSpPr>
            <a:spLocks noGrp="1"/>
          </p:cNvSpPr>
          <p:nvPr>
            <p:ph type="sldNum" sz="quarter" idx="4"/>
          </p:nvPr>
        </p:nvSpPr>
        <p:spPr>
          <a:xfrm>
            <a:off x="11506200" y="6441426"/>
            <a:ext cx="531946" cy="365125"/>
          </a:xfrm>
          <a:prstGeom prst="rect">
            <a:avLst/>
          </a:prstGeom>
        </p:spPr>
        <p:txBody>
          <a:bodyPr vert="horz" lIns="0" tIns="0" rIns="0" bIns="0" rtlCol="0" anchor="t" anchorCtr="0"/>
          <a:lstStyle>
            <a:lvl1pPr algn="r">
              <a:defRPr lang="en-US" sz="1200" kern="1200" smtClean="0">
                <a:solidFill>
                  <a:schemeClr val="accent3"/>
                </a:solidFill>
                <a:latin typeface="+mn-lt"/>
                <a:ea typeface="+mn-ea"/>
                <a:cs typeface="+mn-cs"/>
              </a:defRPr>
            </a:lvl1pPr>
          </a:lstStyle>
          <a:p>
            <a:fld id="{07165E6F-54ED-4977-A15E-D44BE7238A65}" type="slidenum">
              <a:rPr lang="en-US" smtClean="0"/>
              <a:pPr/>
              <a:t>‹#›</a:t>
            </a:fld>
            <a:endParaRPr lang="en-US"/>
          </a:p>
        </p:txBody>
      </p:sp>
    </p:spTree>
    <p:extLst>
      <p:ext uri="{BB962C8B-B14F-4D97-AF65-F5344CB8AC3E}">
        <p14:creationId xmlns:p14="http://schemas.microsoft.com/office/powerpoint/2010/main" val="330167053"/>
      </p:ext>
    </p:extLst>
  </p:cSld>
  <p:clrMapOvr>
    <a:masterClrMapping/>
  </p:clrMapOvr>
  <p:extLst>
    <p:ext uri="{DCECCB84-F9BA-43D5-87BE-67443E8EF086}">
      <p15:sldGuideLst xmlns:p15="http://schemas.microsoft.com/office/powerpoint/2012/main">
        <p15:guide id="1" orient="horz" pos="1296"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17" name="Title 3">
            <a:extLst>
              <a:ext uri="{FF2B5EF4-FFF2-40B4-BE49-F238E27FC236}">
                <a16:creationId xmlns:a16="http://schemas.microsoft.com/office/drawing/2014/main" id="{1227C6EA-CADE-4772-BF2C-DF04CBDCF77B}"/>
              </a:ext>
            </a:extLst>
          </p:cNvPr>
          <p:cNvSpPr>
            <a:spLocks noGrp="1"/>
          </p:cNvSpPr>
          <p:nvPr>
            <p:ph type="title" hasCustomPrompt="1"/>
          </p:nvPr>
        </p:nvSpPr>
        <p:spPr>
          <a:xfrm>
            <a:off x="694944" y="466347"/>
            <a:ext cx="10811256" cy="676653"/>
          </a:xfrm>
        </p:spPr>
        <p:txBody>
          <a:bodyPr/>
          <a:lstStyle/>
          <a:p>
            <a:r>
              <a:rPr lang="en-US"/>
              <a:t>Title. 32 pt. black. Bold. Sentence case. Two lines max.</a:t>
            </a:r>
          </a:p>
        </p:txBody>
      </p:sp>
      <p:sp>
        <p:nvSpPr>
          <p:cNvPr id="14" name="Picture Placeholder 2">
            <a:extLst>
              <a:ext uri="{FF2B5EF4-FFF2-40B4-BE49-F238E27FC236}">
                <a16:creationId xmlns:a16="http://schemas.microsoft.com/office/drawing/2014/main" id="{579596A4-F56F-4ABC-8E75-4BE60F7ED857}"/>
              </a:ext>
            </a:extLst>
          </p:cNvPr>
          <p:cNvSpPr>
            <a:spLocks noGrp="1"/>
          </p:cNvSpPr>
          <p:nvPr>
            <p:ph type="pic" sz="quarter" idx="22" hasCustomPrompt="1"/>
          </p:nvPr>
        </p:nvSpPr>
        <p:spPr>
          <a:xfrm>
            <a:off x="685802" y="1358207"/>
            <a:ext cx="3409912" cy="1940443"/>
          </a:xfrm>
          <a:solidFill>
            <a:schemeClr val="accent2">
              <a:lumMod val="20000"/>
              <a:lumOff val="80000"/>
            </a:schemeClr>
          </a:solidFill>
        </p:spPr>
        <p:txBody>
          <a:bodyPr tIns="365760"/>
          <a:lstStyle>
            <a:lvl1pPr marL="0" indent="0" algn="ctr">
              <a:buNone/>
              <a:defRPr sz="1800"/>
            </a:lvl1pPr>
          </a:lstStyle>
          <a:p>
            <a:r>
              <a:rPr lang="en-US"/>
              <a:t>Click to insert photo</a:t>
            </a:r>
          </a:p>
        </p:txBody>
      </p:sp>
      <p:sp>
        <p:nvSpPr>
          <p:cNvPr id="15" name="Picture Placeholder 2">
            <a:extLst>
              <a:ext uri="{FF2B5EF4-FFF2-40B4-BE49-F238E27FC236}">
                <a16:creationId xmlns:a16="http://schemas.microsoft.com/office/drawing/2014/main" id="{082A4F2F-B507-4076-99BD-50A0D640D832}"/>
              </a:ext>
            </a:extLst>
          </p:cNvPr>
          <p:cNvSpPr>
            <a:spLocks noGrp="1"/>
          </p:cNvSpPr>
          <p:nvPr>
            <p:ph type="pic" sz="quarter" idx="23" hasCustomPrompt="1"/>
          </p:nvPr>
        </p:nvSpPr>
        <p:spPr>
          <a:xfrm>
            <a:off x="4372358" y="1358206"/>
            <a:ext cx="3429000" cy="1940444"/>
          </a:xfrm>
          <a:solidFill>
            <a:schemeClr val="accent2">
              <a:lumMod val="20000"/>
              <a:lumOff val="80000"/>
            </a:schemeClr>
          </a:solidFill>
        </p:spPr>
        <p:txBody>
          <a:bodyPr tIns="365760"/>
          <a:lstStyle>
            <a:lvl1pPr marL="0" indent="0" algn="ctr">
              <a:buNone/>
              <a:defRPr sz="1800" baseline="0"/>
            </a:lvl1pPr>
          </a:lstStyle>
          <a:p>
            <a:r>
              <a:rPr lang="en-US"/>
              <a:t>Click to insert photo</a:t>
            </a:r>
          </a:p>
        </p:txBody>
      </p:sp>
      <p:sp>
        <p:nvSpPr>
          <p:cNvPr id="25" name="Picture Placeholder 2">
            <a:extLst>
              <a:ext uri="{FF2B5EF4-FFF2-40B4-BE49-F238E27FC236}">
                <a16:creationId xmlns:a16="http://schemas.microsoft.com/office/drawing/2014/main" id="{D1CCE81E-2A1A-4C37-8FB9-A87A38D462E4}"/>
              </a:ext>
            </a:extLst>
          </p:cNvPr>
          <p:cNvSpPr>
            <a:spLocks noGrp="1"/>
          </p:cNvSpPr>
          <p:nvPr>
            <p:ph type="pic" sz="quarter" idx="24" hasCustomPrompt="1"/>
          </p:nvPr>
        </p:nvSpPr>
        <p:spPr>
          <a:xfrm>
            <a:off x="8068057" y="1358207"/>
            <a:ext cx="3438143" cy="1940443"/>
          </a:xfrm>
          <a:solidFill>
            <a:schemeClr val="accent2">
              <a:lumMod val="20000"/>
              <a:lumOff val="80000"/>
            </a:schemeClr>
          </a:solidFill>
        </p:spPr>
        <p:txBody>
          <a:bodyPr tIns="365760"/>
          <a:lstStyle>
            <a:lvl1pPr marL="0" indent="0" algn="ctr">
              <a:buNone/>
              <a:defRPr sz="1800" baseline="0"/>
            </a:lvl1pPr>
          </a:lstStyle>
          <a:p>
            <a:r>
              <a:rPr lang="en-US"/>
              <a:t>Click to insert photo</a:t>
            </a:r>
          </a:p>
        </p:txBody>
      </p:sp>
      <p:sp>
        <p:nvSpPr>
          <p:cNvPr id="28" name="Body 1">
            <a:extLst>
              <a:ext uri="{FF2B5EF4-FFF2-40B4-BE49-F238E27FC236}">
                <a16:creationId xmlns:a16="http://schemas.microsoft.com/office/drawing/2014/main" id="{06DFA2EB-3972-43A4-8F2F-1FA925C492C7}"/>
              </a:ext>
            </a:extLst>
          </p:cNvPr>
          <p:cNvSpPr>
            <a:spLocks noGrp="1"/>
          </p:cNvSpPr>
          <p:nvPr>
            <p:ph type="body" sz="quarter" idx="13" hasCustomPrompt="1"/>
          </p:nvPr>
        </p:nvSpPr>
        <p:spPr>
          <a:xfrm>
            <a:off x="704888" y="4103771"/>
            <a:ext cx="3409912" cy="1655644"/>
          </a:xfrm>
          <a:noFill/>
        </p:spPr>
        <p:txBody>
          <a:bodyPr rIns="182880"/>
          <a:lstStyle>
            <a:lvl1pPr marL="182880" marR="0" indent="-182880" algn="l" defTabSz="685800" rtl="0" eaLnBrk="1" fontAlgn="auto" latinLnBrk="0" hangingPunct="1">
              <a:lnSpc>
                <a:spcPct val="100000"/>
              </a:lnSpc>
              <a:spcBef>
                <a:spcPct val="0"/>
              </a:spcBef>
              <a:spcAft>
                <a:spcPts val="450"/>
              </a:spcAft>
              <a:buClrTx/>
              <a:buSzPct val="100000"/>
              <a:buFont typeface="Arial" panose="020B0604020202020204" pitchFamily="34" charset="0"/>
              <a:buChar char="•"/>
              <a:tabLst/>
              <a:defRPr lang="en-US" sz="1500" kern="1200" baseline="0" dirty="0">
                <a:solidFill>
                  <a:schemeClr val="tx1"/>
                </a:solidFill>
                <a:latin typeface="+mn-lt"/>
                <a:ea typeface="+mn-ea"/>
                <a:cs typeface="+mn-cs"/>
              </a:defRPr>
            </a:lvl1pPr>
            <a:lvl2pPr marL="505206" indent="-285750" algn="l" defTabSz="685800" rtl="0" eaLnBrk="1" latinLnBrk="0" hangingPunct="1">
              <a:lnSpc>
                <a:spcPct val="100000"/>
              </a:lnSpc>
              <a:spcBef>
                <a:spcPts val="0"/>
              </a:spcBef>
              <a:spcAft>
                <a:spcPts val="450"/>
              </a:spcAft>
              <a:buFont typeface="Arial" panose="020B0604020202020204" pitchFamily="34" charset="0"/>
              <a:defRPr lang="en-US" sz="1500" kern="1200" dirty="0">
                <a:solidFill>
                  <a:schemeClr val="tx1"/>
                </a:solidFill>
                <a:latin typeface="+mn-lt"/>
                <a:ea typeface="+mn-ea"/>
                <a:cs typeface="+mn-cs"/>
              </a:defRPr>
            </a:lvl2pPr>
            <a:lvl3pPr marL="688086" indent="-285750" algn="l" defTabSz="685800" rtl="0" eaLnBrk="1" latinLnBrk="0" hangingPunct="1">
              <a:lnSpc>
                <a:spcPct val="100000"/>
              </a:lnSpc>
              <a:spcBef>
                <a:spcPts val="0"/>
              </a:spcBef>
              <a:spcAft>
                <a:spcPts val="450"/>
              </a:spcAft>
              <a:buClrTx/>
              <a:buSzPct val="100000"/>
              <a:buFont typeface="Arial" panose="020B0604020202020204" pitchFamily="34" charset="0"/>
              <a:defRPr lang="en-US" sz="1500" kern="1200" dirty="0">
                <a:solidFill>
                  <a:schemeClr val="tx1"/>
                </a:solidFill>
                <a:latin typeface="+mn-lt"/>
                <a:ea typeface="+mn-ea"/>
                <a:cs typeface="+mn-cs"/>
              </a:defRPr>
            </a:lvl3pPr>
            <a:lvl4pPr marL="907542" indent="-285750" algn="l" defTabSz="685800" rtl="0" eaLnBrk="1" latinLnBrk="0" hangingPunct="1">
              <a:lnSpc>
                <a:spcPct val="100000"/>
              </a:lnSpc>
              <a:spcBef>
                <a:spcPts val="0"/>
              </a:spcBef>
              <a:spcAft>
                <a:spcPts val="450"/>
              </a:spcAft>
              <a:buFont typeface="Arial" panose="020B0604020202020204" pitchFamily="34" charset="0"/>
              <a:defRPr lang="en-US" sz="1500" kern="1200" dirty="0">
                <a:solidFill>
                  <a:schemeClr val="tx1"/>
                </a:solidFill>
                <a:latin typeface="+mn-lt"/>
                <a:ea typeface="+mn-ea"/>
                <a:cs typeface="+mn-cs"/>
              </a:defRPr>
            </a:lvl4pPr>
            <a:lvl5pPr marL="1126998" indent="-285750" algn="l" defTabSz="685800" rtl="0" eaLnBrk="1" latinLnBrk="0" hangingPunct="1">
              <a:lnSpc>
                <a:spcPct val="100000"/>
              </a:lnSpc>
              <a:spcBef>
                <a:spcPts val="0"/>
              </a:spcBef>
              <a:spcAft>
                <a:spcPts val="450"/>
              </a:spcAft>
              <a:buClrTx/>
              <a:buSzPct val="100000"/>
              <a:buFont typeface="Arial" panose="020B0604020202020204" pitchFamily="34" charset="0"/>
              <a:defRPr lang="en-US" sz="1500" kern="1200" dirty="0">
                <a:solidFill>
                  <a:schemeClr val="tx1"/>
                </a:solidFill>
                <a:latin typeface="+mn-lt"/>
                <a:ea typeface="+mn-ea"/>
                <a:cs typeface="+mn-cs"/>
              </a:defRPr>
            </a:lvl5pPr>
          </a:lstStyle>
          <a:p>
            <a:pPr marL="219456" lvl="0"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Main bullet. 15 pt. black.</a:t>
            </a:r>
          </a:p>
          <a:p>
            <a:pPr marL="438912" lvl="1"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Second level</a:t>
            </a:r>
          </a:p>
          <a:p>
            <a:pPr marL="621792" lvl="2"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Third level</a:t>
            </a:r>
          </a:p>
          <a:p>
            <a:pPr marL="841248" lvl="3"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Fourth level</a:t>
            </a:r>
          </a:p>
          <a:p>
            <a:pPr marL="1060704" lvl="4"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Fifth level</a:t>
            </a:r>
          </a:p>
        </p:txBody>
      </p:sp>
      <p:sp>
        <p:nvSpPr>
          <p:cNvPr id="29" name="Text Placeholder 2">
            <a:extLst>
              <a:ext uri="{FF2B5EF4-FFF2-40B4-BE49-F238E27FC236}">
                <a16:creationId xmlns:a16="http://schemas.microsoft.com/office/drawing/2014/main" id="{A13B8C43-B217-4065-899D-965ABB835B4A}"/>
              </a:ext>
            </a:extLst>
          </p:cNvPr>
          <p:cNvSpPr>
            <a:spLocks noGrp="1"/>
          </p:cNvSpPr>
          <p:nvPr>
            <p:ph type="body" sz="quarter" idx="21" hasCustomPrompt="1"/>
          </p:nvPr>
        </p:nvSpPr>
        <p:spPr>
          <a:xfrm>
            <a:off x="704888" y="3513856"/>
            <a:ext cx="3411017" cy="563231"/>
          </a:xfrm>
          <a:noFill/>
        </p:spPr>
        <p:txBody>
          <a:bodyPr vert="horz" wrap="square" lIns="0" tIns="0" rIns="0" bIns="91440" rtlCol="0">
            <a:spAutoFit/>
          </a:bodyPr>
          <a:lstStyle>
            <a:lvl1pPr marL="0" marR="0" indent="0" algn="l" defTabSz="6858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700" b="1" baseline="0">
                <a:latin typeface="+mj-lt"/>
              </a:defRPr>
            </a:lvl1pPr>
          </a:lstStyle>
          <a:p>
            <a:pPr marL="0" marR="0" lvl="0" indent="0" algn="l" defTabSz="6858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17 pt. black. Bold. Sentence case.</a:t>
            </a:r>
          </a:p>
        </p:txBody>
      </p:sp>
      <p:sp>
        <p:nvSpPr>
          <p:cNvPr id="30" name="Text Placeholder 2">
            <a:extLst>
              <a:ext uri="{FF2B5EF4-FFF2-40B4-BE49-F238E27FC236}">
                <a16:creationId xmlns:a16="http://schemas.microsoft.com/office/drawing/2014/main" id="{70241EE5-BE3E-4ACB-AA02-55AD1071CF53}"/>
              </a:ext>
            </a:extLst>
          </p:cNvPr>
          <p:cNvSpPr>
            <a:spLocks noGrp="1"/>
          </p:cNvSpPr>
          <p:nvPr>
            <p:ph type="body" sz="quarter" idx="26" hasCustomPrompt="1"/>
          </p:nvPr>
        </p:nvSpPr>
        <p:spPr>
          <a:xfrm>
            <a:off x="4371270" y="3513856"/>
            <a:ext cx="3449084" cy="563231"/>
          </a:xfrm>
          <a:noFill/>
        </p:spPr>
        <p:txBody>
          <a:bodyPr vert="horz" wrap="square" lIns="0" tIns="0" rIns="0" bIns="91440" rtlCol="0">
            <a:spAutoFit/>
          </a:bodyPr>
          <a:lstStyle>
            <a:lvl1pPr marL="0" marR="0" indent="0" algn="l" defTabSz="6858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700" b="1" baseline="0">
                <a:latin typeface="+mj-lt"/>
              </a:defRPr>
            </a:lvl1pPr>
          </a:lstStyle>
          <a:p>
            <a:pPr marL="0" marR="0" lvl="0" indent="0" algn="l" defTabSz="6858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17 pt. black. Bold. Sentence case.</a:t>
            </a:r>
          </a:p>
        </p:txBody>
      </p:sp>
      <p:sp>
        <p:nvSpPr>
          <p:cNvPr id="31" name="Text Placeholder 2">
            <a:extLst>
              <a:ext uri="{FF2B5EF4-FFF2-40B4-BE49-F238E27FC236}">
                <a16:creationId xmlns:a16="http://schemas.microsoft.com/office/drawing/2014/main" id="{6C421A00-BD57-46F3-A96E-EBA27534BF52}"/>
              </a:ext>
            </a:extLst>
          </p:cNvPr>
          <p:cNvSpPr>
            <a:spLocks noGrp="1"/>
          </p:cNvSpPr>
          <p:nvPr>
            <p:ph type="body" sz="quarter" idx="27" hasCustomPrompt="1"/>
          </p:nvPr>
        </p:nvSpPr>
        <p:spPr>
          <a:xfrm>
            <a:off x="8079811" y="3513856"/>
            <a:ext cx="3410355" cy="563231"/>
          </a:xfrm>
          <a:noFill/>
        </p:spPr>
        <p:txBody>
          <a:bodyPr vert="horz" wrap="square" lIns="0" tIns="0" rIns="0" bIns="91440" rtlCol="0">
            <a:spAutoFit/>
          </a:bodyPr>
          <a:lstStyle>
            <a:lvl1pPr marL="0" marR="0" indent="0" algn="l" defTabSz="6858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700" b="1" baseline="0">
                <a:latin typeface="+mj-lt"/>
              </a:defRPr>
            </a:lvl1pPr>
          </a:lstStyle>
          <a:p>
            <a:pPr marL="0" marR="0" lvl="0" indent="0" algn="l" defTabSz="6858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17 pt. black. Bold. Sentence case.</a:t>
            </a:r>
          </a:p>
        </p:txBody>
      </p:sp>
      <p:sp>
        <p:nvSpPr>
          <p:cNvPr id="2" name="Body 1">
            <a:extLst>
              <a:ext uri="{FF2B5EF4-FFF2-40B4-BE49-F238E27FC236}">
                <a16:creationId xmlns:a16="http://schemas.microsoft.com/office/drawing/2014/main" id="{D8C205A4-A491-3354-D436-AF9BF1F62EBD}"/>
              </a:ext>
            </a:extLst>
          </p:cNvPr>
          <p:cNvSpPr>
            <a:spLocks noGrp="1"/>
          </p:cNvSpPr>
          <p:nvPr>
            <p:ph type="body" sz="quarter" idx="28" hasCustomPrompt="1"/>
          </p:nvPr>
        </p:nvSpPr>
        <p:spPr>
          <a:xfrm>
            <a:off x="4381500" y="4103771"/>
            <a:ext cx="3409912" cy="1655644"/>
          </a:xfrm>
          <a:noFill/>
        </p:spPr>
        <p:txBody>
          <a:bodyPr rIns="182880"/>
          <a:lstStyle>
            <a:lvl1pPr marL="182880" marR="0" indent="-182880" algn="l" defTabSz="685800" rtl="0" eaLnBrk="1" fontAlgn="auto" latinLnBrk="0" hangingPunct="1">
              <a:lnSpc>
                <a:spcPct val="100000"/>
              </a:lnSpc>
              <a:spcBef>
                <a:spcPct val="0"/>
              </a:spcBef>
              <a:spcAft>
                <a:spcPts val="450"/>
              </a:spcAft>
              <a:buClrTx/>
              <a:buSzPct val="100000"/>
              <a:buFont typeface="Arial" panose="020B0604020202020204" pitchFamily="34" charset="0"/>
              <a:buChar char="•"/>
              <a:tabLst/>
              <a:defRPr lang="en-US" sz="1500" kern="1200" baseline="0" dirty="0">
                <a:solidFill>
                  <a:schemeClr val="tx1"/>
                </a:solidFill>
                <a:latin typeface="+mn-lt"/>
                <a:ea typeface="+mn-ea"/>
                <a:cs typeface="+mn-cs"/>
              </a:defRPr>
            </a:lvl1pPr>
            <a:lvl2pPr marL="505206" indent="-285750" algn="l" defTabSz="685800" rtl="0" eaLnBrk="1" latinLnBrk="0" hangingPunct="1">
              <a:lnSpc>
                <a:spcPct val="100000"/>
              </a:lnSpc>
              <a:spcBef>
                <a:spcPts val="0"/>
              </a:spcBef>
              <a:spcAft>
                <a:spcPts val="450"/>
              </a:spcAft>
              <a:buFont typeface="Arial" panose="020B0604020202020204" pitchFamily="34" charset="0"/>
              <a:defRPr lang="en-US" sz="1500" kern="1200" dirty="0">
                <a:solidFill>
                  <a:schemeClr val="tx1"/>
                </a:solidFill>
                <a:latin typeface="+mn-lt"/>
                <a:ea typeface="+mn-ea"/>
                <a:cs typeface="+mn-cs"/>
              </a:defRPr>
            </a:lvl2pPr>
            <a:lvl3pPr marL="688086" indent="-285750" algn="l" defTabSz="685800" rtl="0" eaLnBrk="1" latinLnBrk="0" hangingPunct="1">
              <a:lnSpc>
                <a:spcPct val="100000"/>
              </a:lnSpc>
              <a:spcBef>
                <a:spcPts val="0"/>
              </a:spcBef>
              <a:spcAft>
                <a:spcPts val="450"/>
              </a:spcAft>
              <a:buClrTx/>
              <a:buSzPct val="100000"/>
              <a:buFont typeface="Arial" panose="020B0604020202020204" pitchFamily="34" charset="0"/>
              <a:defRPr lang="en-US" sz="1500" kern="1200" dirty="0">
                <a:solidFill>
                  <a:schemeClr val="tx1"/>
                </a:solidFill>
                <a:latin typeface="+mn-lt"/>
                <a:ea typeface="+mn-ea"/>
                <a:cs typeface="+mn-cs"/>
              </a:defRPr>
            </a:lvl3pPr>
            <a:lvl4pPr marL="907542" indent="-285750" algn="l" defTabSz="685800" rtl="0" eaLnBrk="1" latinLnBrk="0" hangingPunct="1">
              <a:lnSpc>
                <a:spcPct val="100000"/>
              </a:lnSpc>
              <a:spcBef>
                <a:spcPts val="0"/>
              </a:spcBef>
              <a:spcAft>
                <a:spcPts val="450"/>
              </a:spcAft>
              <a:buFont typeface="Arial" panose="020B0604020202020204" pitchFamily="34" charset="0"/>
              <a:defRPr lang="en-US" sz="1500" kern="1200" dirty="0">
                <a:solidFill>
                  <a:schemeClr val="tx1"/>
                </a:solidFill>
                <a:latin typeface="+mn-lt"/>
                <a:ea typeface="+mn-ea"/>
                <a:cs typeface="+mn-cs"/>
              </a:defRPr>
            </a:lvl4pPr>
            <a:lvl5pPr marL="1126998" indent="-285750" algn="l" defTabSz="685800" rtl="0" eaLnBrk="1" latinLnBrk="0" hangingPunct="1">
              <a:lnSpc>
                <a:spcPct val="100000"/>
              </a:lnSpc>
              <a:spcBef>
                <a:spcPts val="0"/>
              </a:spcBef>
              <a:spcAft>
                <a:spcPts val="450"/>
              </a:spcAft>
              <a:buClrTx/>
              <a:buSzPct val="100000"/>
              <a:buFont typeface="Arial" panose="020B0604020202020204" pitchFamily="34" charset="0"/>
              <a:defRPr lang="en-US" sz="1500" kern="1200" dirty="0">
                <a:solidFill>
                  <a:schemeClr val="tx1"/>
                </a:solidFill>
                <a:latin typeface="+mn-lt"/>
                <a:ea typeface="+mn-ea"/>
                <a:cs typeface="+mn-cs"/>
              </a:defRPr>
            </a:lvl5pPr>
          </a:lstStyle>
          <a:p>
            <a:pPr marL="219456" lvl="0"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Main bullet. 15 pt. black.</a:t>
            </a:r>
          </a:p>
          <a:p>
            <a:pPr marL="438912" lvl="1"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Second level</a:t>
            </a:r>
          </a:p>
          <a:p>
            <a:pPr marL="621792" lvl="2"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Third level</a:t>
            </a:r>
          </a:p>
          <a:p>
            <a:pPr marL="841248" lvl="3"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Fourth level</a:t>
            </a:r>
          </a:p>
          <a:p>
            <a:pPr marL="1060704" lvl="4"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Fifth level</a:t>
            </a:r>
          </a:p>
        </p:txBody>
      </p:sp>
      <p:sp>
        <p:nvSpPr>
          <p:cNvPr id="3" name="Body 1">
            <a:extLst>
              <a:ext uri="{FF2B5EF4-FFF2-40B4-BE49-F238E27FC236}">
                <a16:creationId xmlns:a16="http://schemas.microsoft.com/office/drawing/2014/main" id="{FB9FA8DA-D277-339F-4985-9623F740A897}"/>
              </a:ext>
            </a:extLst>
          </p:cNvPr>
          <p:cNvSpPr>
            <a:spLocks noGrp="1"/>
          </p:cNvSpPr>
          <p:nvPr>
            <p:ph type="body" sz="quarter" idx="29" hasCustomPrompt="1"/>
          </p:nvPr>
        </p:nvSpPr>
        <p:spPr>
          <a:xfrm>
            <a:off x="8085949" y="4103771"/>
            <a:ext cx="3409912" cy="1655644"/>
          </a:xfrm>
          <a:noFill/>
        </p:spPr>
        <p:txBody>
          <a:bodyPr rIns="182880"/>
          <a:lstStyle>
            <a:lvl1pPr marL="182880" marR="0" indent="-182880" algn="l" defTabSz="685800" rtl="0" eaLnBrk="1" fontAlgn="auto" latinLnBrk="0" hangingPunct="1">
              <a:lnSpc>
                <a:spcPct val="100000"/>
              </a:lnSpc>
              <a:spcBef>
                <a:spcPct val="0"/>
              </a:spcBef>
              <a:spcAft>
                <a:spcPts val="450"/>
              </a:spcAft>
              <a:buClrTx/>
              <a:buSzPct val="100000"/>
              <a:buFont typeface="Arial" panose="020B0604020202020204" pitchFamily="34" charset="0"/>
              <a:buChar char="•"/>
              <a:tabLst/>
              <a:defRPr lang="en-US" sz="1500" kern="1200" baseline="0" dirty="0">
                <a:solidFill>
                  <a:schemeClr val="tx1"/>
                </a:solidFill>
                <a:latin typeface="+mn-lt"/>
                <a:ea typeface="+mn-ea"/>
                <a:cs typeface="+mn-cs"/>
              </a:defRPr>
            </a:lvl1pPr>
            <a:lvl2pPr marL="505206" indent="-285750" algn="l" defTabSz="685800" rtl="0" eaLnBrk="1" latinLnBrk="0" hangingPunct="1">
              <a:lnSpc>
                <a:spcPct val="100000"/>
              </a:lnSpc>
              <a:spcBef>
                <a:spcPts val="0"/>
              </a:spcBef>
              <a:spcAft>
                <a:spcPts val="450"/>
              </a:spcAft>
              <a:buFont typeface="Arial" panose="020B0604020202020204" pitchFamily="34" charset="0"/>
              <a:defRPr lang="en-US" sz="1500" kern="1200" dirty="0">
                <a:solidFill>
                  <a:schemeClr val="tx1"/>
                </a:solidFill>
                <a:latin typeface="+mn-lt"/>
                <a:ea typeface="+mn-ea"/>
                <a:cs typeface="+mn-cs"/>
              </a:defRPr>
            </a:lvl2pPr>
            <a:lvl3pPr marL="688086" indent="-285750" algn="l" defTabSz="685800" rtl="0" eaLnBrk="1" latinLnBrk="0" hangingPunct="1">
              <a:lnSpc>
                <a:spcPct val="100000"/>
              </a:lnSpc>
              <a:spcBef>
                <a:spcPts val="0"/>
              </a:spcBef>
              <a:spcAft>
                <a:spcPts val="450"/>
              </a:spcAft>
              <a:buClrTx/>
              <a:buSzPct val="100000"/>
              <a:buFont typeface="Arial" panose="020B0604020202020204" pitchFamily="34" charset="0"/>
              <a:defRPr lang="en-US" sz="1500" kern="1200" dirty="0">
                <a:solidFill>
                  <a:schemeClr val="tx1"/>
                </a:solidFill>
                <a:latin typeface="+mn-lt"/>
                <a:ea typeface="+mn-ea"/>
                <a:cs typeface="+mn-cs"/>
              </a:defRPr>
            </a:lvl3pPr>
            <a:lvl4pPr marL="907542" indent="-285750" algn="l" defTabSz="685800" rtl="0" eaLnBrk="1" latinLnBrk="0" hangingPunct="1">
              <a:lnSpc>
                <a:spcPct val="100000"/>
              </a:lnSpc>
              <a:spcBef>
                <a:spcPts val="0"/>
              </a:spcBef>
              <a:spcAft>
                <a:spcPts val="450"/>
              </a:spcAft>
              <a:buFont typeface="Arial" panose="020B0604020202020204" pitchFamily="34" charset="0"/>
              <a:defRPr lang="en-US" sz="1500" kern="1200" dirty="0">
                <a:solidFill>
                  <a:schemeClr val="tx1"/>
                </a:solidFill>
                <a:latin typeface="+mn-lt"/>
                <a:ea typeface="+mn-ea"/>
                <a:cs typeface="+mn-cs"/>
              </a:defRPr>
            </a:lvl4pPr>
            <a:lvl5pPr marL="1126998" indent="-285750" algn="l" defTabSz="685800" rtl="0" eaLnBrk="1" latinLnBrk="0" hangingPunct="1">
              <a:lnSpc>
                <a:spcPct val="100000"/>
              </a:lnSpc>
              <a:spcBef>
                <a:spcPts val="0"/>
              </a:spcBef>
              <a:spcAft>
                <a:spcPts val="450"/>
              </a:spcAft>
              <a:buClrTx/>
              <a:buSzPct val="100000"/>
              <a:buFont typeface="Arial" panose="020B0604020202020204" pitchFamily="34" charset="0"/>
              <a:defRPr lang="en-US" sz="1500" kern="1200" dirty="0">
                <a:solidFill>
                  <a:schemeClr val="tx1"/>
                </a:solidFill>
                <a:latin typeface="+mn-lt"/>
                <a:ea typeface="+mn-ea"/>
                <a:cs typeface="+mn-cs"/>
              </a:defRPr>
            </a:lvl5pPr>
          </a:lstStyle>
          <a:p>
            <a:pPr marL="219456" lvl="0"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Main bullet. 15 pt. black.</a:t>
            </a:r>
          </a:p>
          <a:p>
            <a:pPr marL="438912" lvl="1"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Second level</a:t>
            </a:r>
          </a:p>
          <a:p>
            <a:pPr marL="621792" lvl="2"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Third level</a:t>
            </a:r>
          </a:p>
          <a:p>
            <a:pPr marL="841248" lvl="3"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Fourth level</a:t>
            </a:r>
          </a:p>
          <a:p>
            <a:pPr marL="1060704" lvl="4"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Fifth level</a:t>
            </a:r>
          </a:p>
        </p:txBody>
      </p:sp>
      <p:sp>
        <p:nvSpPr>
          <p:cNvPr id="4" name="Takeaway bar">
            <a:extLst>
              <a:ext uri="{FF2B5EF4-FFF2-40B4-BE49-F238E27FC236}">
                <a16:creationId xmlns:a16="http://schemas.microsoft.com/office/drawing/2014/main" id="{F1C626FD-9651-7619-B6B8-C33DB71F60D0}"/>
              </a:ext>
            </a:extLst>
          </p:cNvPr>
          <p:cNvSpPr>
            <a:spLocks noGrp="1"/>
          </p:cNvSpPr>
          <p:nvPr>
            <p:ph type="body" sz="quarter" idx="15" hasCustomPrompt="1"/>
          </p:nvPr>
        </p:nvSpPr>
        <p:spPr>
          <a:xfrm>
            <a:off x="694944" y="5865760"/>
            <a:ext cx="10820399" cy="320088"/>
          </a:xfrm>
          <a:solidFill>
            <a:schemeClr val="accent1"/>
          </a:solidFill>
        </p:spPr>
        <p:txBody>
          <a:bodyPr vert="horz" wrap="square" lIns="621792" tIns="36576" rIns="621792" bIns="36576" rtlCol="0" anchor="b" anchorCtr="0">
            <a:spAutoFit/>
          </a:bodyPr>
          <a:lstStyle>
            <a:lvl1pPr marL="0" indent="0" algn="ctr" defTabSz="0">
              <a:lnSpc>
                <a:spcPct val="100000"/>
              </a:lnSpc>
              <a:spcBef>
                <a:spcPts val="0"/>
              </a:spcBef>
              <a:buFontTx/>
              <a:buNone/>
              <a:defRPr lang="en-US" sz="1600" b="1" dirty="0">
                <a:solidFill>
                  <a:schemeClr val="tx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Black. Bold. 16 pt. Centered. Sentence case.</a:t>
            </a:r>
          </a:p>
        </p:txBody>
      </p:sp>
      <p:sp>
        <p:nvSpPr>
          <p:cNvPr id="6" name="Slide number">
            <a:extLst>
              <a:ext uri="{FF2B5EF4-FFF2-40B4-BE49-F238E27FC236}">
                <a16:creationId xmlns:a16="http://schemas.microsoft.com/office/drawing/2014/main" id="{A89B0022-41FA-210C-962D-83D5A33BDD0D}"/>
              </a:ext>
            </a:extLst>
          </p:cNvPr>
          <p:cNvSpPr>
            <a:spLocks noGrp="1"/>
          </p:cNvSpPr>
          <p:nvPr>
            <p:ph type="sldNum" sz="quarter" idx="4"/>
          </p:nvPr>
        </p:nvSpPr>
        <p:spPr>
          <a:xfrm>
            <a:off x="11506200" y="6441426"/>
            <a:ext cx="531946" cy="365125"/>
          </a:xfrm>
          <a:prstGeom prst="rect">
            <a:avLst/>
          </a:prstGeom>
        </p:spPr>
        <p:txBody>
          <a:bodyPr vert="horz" lIns="0" tIns="0" rIns="0" bIns="0" rtlCol="0" anchor="t" anchorCtr="0"/>
          <a:lstStyle>
            <a:lvl1pPr algn="r">
              <a:defRPr lang="en-US" sz="1200" kern="1200" smtClean="0">
                <a:solidFill>
                  <a:schemeClr val="accent3"/>
                </a:solidFill>
                <a:latin typeface="+mn-lt"/>
                <a:ea typeface="+mn-ea"/>
                <a:cs typeface="+mn-cs"/>
              </a:defRPr>
            </a:lvl1pPr>
          </a:lstStyle>
          <a:p>
            <a:fld id="{07165E6F-54ED-4977-A15E-D44BE7238A65}" type="slidenum">
              <a:rPr lang="en-US" smtClean="0"/>
              <a:pPr/>
              <a:t>‹#›</a:t>
            </a:fld>
            <a:endParaRPr lang="en-US"/>
          </a:p>
        </p:txBody>
      </p:sp>
    </p:spTree>
    <p:extLst>
      <p:ext uri="{BB962C8B-B14F-4D97-AF65-F5344CB8AC3E}">
        <p14:creationId xmlns:p14="http://schemas.microsoft.com/office/powerpoint/2010/main" val="3959176817"/>
      </p:ext>
    </p:extLst>
  </p:cSld>
  <p:clrMapOvr>
    <a:masterClrMapping/>
  </p:clrMapOvr>
  <p:extLst>
    <p:ext uri="{DCECCB84-F9BA-43D5-87BE-67443E8EF086}">
      <p15:sldGuideLst xmlns:p15="http://schemas.microsoft.com/office/powerpoint/2012/main">
        <p15:guide id="1" orient="horz" pos="1296"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8.xml"/><Relationship Id="rId7"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microsoft.com/office/2007/relationships/hdphoto" Target="../media/hdphoto1.wdp"/><Relationship Id="rId5" Type="http://schemas.openxmlformats.org/officeDocument/2006/relationships/slideLayout" Target="../slideLayouts/slideLayout10.xml"/><Relationship Id="rId10" Type="http://schemas.openxmlformats.org/officeDocument/2006/relationships/image" Target="../media/image4.png"/><Relationship Id="rId4" Type="http://schemas.openxmlformats.org/officeDocument/2006/relationships/slideLayout" Target="../slideLayouts/slideLayout9.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Presenters"/>
          <p:cNvSpPr>
            <a:spLocks noGrp="1"/>
          </p:cNvSpPr>
          <p:nvPr>
            <p:ph type="body" idx="1"/>
          </p:nvPr>
        </p:nvSpPr>
        <p:spPr>
          <a:xfrm>
            <a:off x="647700" y="3811347"/>
            <a:ext cx="3581400" cy="333933"/>
          </a:xfrm>
          <a:prstGeom prst="rect">
            <a:avLst/>
          </a:prstGeom>
        </p:spPr>
        <p:txBody>
          <a:bodyPr vert="horz" lIns="0" tIns="0" rIns="0" bIns="0" rtlCol="0">
            <a:noAutofit/>
          </a:bodyPr>
          <a:lstStyle/>
          <a:p>
            <a:pPr lvl="0"/>
            <a:r>
              <a:rPr lang="en-US"/>
              <a:t>Edit Master text styles</a:t>
            </a:r>
          </a:p>
        </p:txBody>
      </p:sp>
      <p:sp>
        <p:nvSpPr>
          <p:cNvPr id="2" name="Title"/>
          <p:cNvSpPr>
            <a:spLocks noGrp="1"/>
          </p:cNvSpPr>
          <p:nvPr>
            <p:ph type="title"/>
          </p:nvPr>
        </p:nvSpPr>
        <p:spPr>
          <a:xfrm>
            <a:off x="647700" y="2743200"/>
            <a:ext cx="10896600" cy="701842"/>
          </a:xfrm>
          <a:prstGeom prst="rect">
            <a:avLst/>
          </a:prstGeom>
        </p:spPr>
        <p:txBody>
          <a:bodyPr vert="horz" lIns="0" tIns="0" rIns="0" bIns="0" rtlCol="0" anchor="b" anchorCtr="0">
            <a:noAutofit/>
          </a:bodyPr>
          <a:lstStyle/>
          <a:p>
            <a:r>
              <a:rPr lang="en-US"/>
              <a:t>Click to edit Master title style</a:t>
            </a:r>
          </a:p>
        </p:txBody>
      </p:sp>
      <p:sp>
        <p:nvSpPr>
          <p:cNvPr id="17" name="Copyright"/>
          <p:cNvSpPr txBox="1">
            <a:spLocks noChangeArrowheads="1"/>
          </p:cNvSpPr>
          <p:nvPr userDrawn="1"/>
        </p:nvSpPr>
        <p:spPr bwMode="auto">
          <a:xfrm>
            <a:off x="183390" y="6579155"/>
            <a:ext cx="1523001" cy="1846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marL="230188" indent="-230188">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tx1"/>
              </a:buClr>
              <a:buSzPct val="110000"/>
              <a:defRPr sz="24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tx1"/>
              </a:buClr>
              <a:buSzPct val="110000"/>
              <a:defRPr sz="24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tx1"/>
              </a:buClr>
              <a:buSzPct val="110000"/>
              <a:defRPr sz="24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tx1"/>
              </a:buClr>
              <a:buSzPct val="110000"/>
              <a:defRPr sz="2400">
                <a:solidFill>
                  <a:schemeClr val="tx1"/>
                </a:solidFill>
                <a:latin typeface="Arial" charset="0"/>
                <a:ea typeface="ＭＳ Ｐゴシック" charset="0"/>
              </a:defRPr>
            </a:lvl9pPr>
          </a:lstStyle>
          <a:p>
            <a:pPr marL="0" indent="0" algn="l"/>
            <a:r>
              <a:rPr lang="en-US" sz="600" dirty="0">
                <a:latin typeface="Arial" pitchFamily="34" charset="0"/>
                <a:cs typeface="Arial" pitchFamily="34" charset="0"/>
              </a:rPr>
              <a:t>© 2026 RTX Corporation</a:t>
            </a:r>
            <a:r>
              <a:rPr lang="en-US" sz="600" dirty="0"/>
              <a:t>.</a:t>
            </a:r>
            <a:br>
              <a:rPr lang="en-US" sz="600" dirty="0"/>
            </a:br>
            <a:r>
              <a:rPr lang="en-US" sz="600" dirty="0"/>
              <a:t>All rights reserved.</a:t>
            </a:r>
          </a:p>
        </p:txBody>
      </p:sp>
      <p:sp>
        <p:nvSpPr>
          <p:cNvPr id="9" name="Copyright"/>
          <p:cNvSpPr txBox="1">
            <a:spLocks noChangeArrowheads="1"/>
          </p:cNvSpPr>
          <p:nvPr userDrawn="1"/>
        </p:nvSpPr>
        <p:spPr bwMode="auto">
          <a:xfrm>
            <a:off x="4963949" y="6956980"/>
            <a:ext cx="2264102" cy="92333"/>
          </a:xfrm>
          <a:prstGeom prst="rect">
            <a:avLst/>
          </a:prstGeom>
          <a:solidFill>
            <a:srgbClr val="E6E6E6"/>
          </a:solid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marL="230188" indent="-230188">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tx1"/>
              </a:buClr>
              <a:buSzPct val="110000"/>
              <a:defRPr sz="24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tx1"/>
              </a:buClr>
              <a:buSzPct val="110000"/>
              <a:defRPr sz="24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tx1"/>
              </a:buClr>
              <a:buSzPct val="110000"/>
              <a:defRPr sz="24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tx1"/>
              </a:buClr>
              <a:buSzPct val="110000"/>
              <a:defRPr sz="2400">
                <a:solidFill>
                  <a:schemeClr val="tx1"/>
                </a:solidFill>
                <a:latin typeface="Arial" charset="0"/>
                <a:ea typeface="ＭＳ Ｐゴシック" charset="0"/>
              </a:defRPr>
            </a:lvl9pPr>
          </a:lstStyle>
          <a:p>
            <a:pPr marL="0" indent="0" algn="ctr"/>
            <a:endParaRPr lang="en-US" sz="600">
              <a:solidFill>
                <a:schemeClr val="bg1"/>
              </a:solidFill>
            </a:endParaRPr>
          </a:p>
        </p:txBody>
      </p:sp>
      <p:sp>
        <p:nvSpPr>
          <p:cNvPr id="4" name="BJPseudoFooter">
            <a:extLst>
              <a:ext uri="{FF2B5EF4-FFF2-40B4-BE49-F238E27FC236}">
                <a16:creationId xmlns:a16="http://schemas.microsoft.com/office/drawing/2014/main" id="{A5D84E08-E2E0-4565-59CB-A2A2DA262817}"/>
              </a:ext>
            </a:extLst>
          </p:cNvPr>
          <p:cNvSpPr txBox="1"/>
          <p:nvPr userDrawn="1">
            <p:custDataLst>
              <p:tags r:id="rId7"/>
            </p:custDataLst>
          </p:nvPr>
        </p:nvSpPr>
        <p:spPr>
          <a:xfrm>
            <a:off x="3963044" y="6519446"/>
            <a:ext cx="4265911" cy="338554"/>
          </a:xfrm>
          <a:prstGeom prst="rect">
            <a:avLst/>
          </a:prstGeom>
          <a:noFill/>
        </p:spPr>
        <p:txBody>
          <a:bodyPr vert="horz" wrap="none" rtlCol="0">
            <a:spAutoFit/>
          </a:bodyPr>
          <a:lstStyle/>
          <a:p>
            <a:pPr algn="ctr"/>
            <a:r>
              <a:rPr lang="en-US" sz="800">
                <a:solidFill>
                  <a:srgbClr val="000000"/>
                </a:solidFill>
                <a:latin typeface="Arial" panose="020B0604020202020204" pitchFamily="34" charset="0"/>
              </a:rPr>
              <a:t>RTX Corporation (Corporate) - Company Use
This document does not contain any export controlled technical material/data/information.</a:t>
            </a:r>
          </a:p>
        </p:txBody>
      </p:sp>
    </p:spTree>
    <p:extLst>
      <p:ext uri="{BB962C8B-B14F-4D97-AF65-F5344CB8AC3E}">
        <p14:creationId xmlns:p14="http://schemas.microsoft.com/office/powerpoint/2010/main" val="1815982091"/>
      </p:ext>
    </p:extLst>
  </p:cSld>
  <p:clrMap bg1="lt1" tx1="dk1" bg2="lt2" tx2="dk2" accent1="accent1" accent2="accent2" accent3="accent3" accent4="accent4" accent5="accent5" accent6="accent6" hlink="hlink" folHlink="folHlink"/>
  <p:sldLayoutIdLst>
    <p:sldLayoutId id="2147483683" r:id="rId1"/>
    <p:sldLayoutId id="2147483704" r:id="rId2"/>
    <p:sldLayoutId id="2147483710" r:id="rId3"/>
    <p:sldLayoutId id="2147483713" r:id="rId4"/>
    <p:sldLayoutId id="2147483714" r:id="rId5"/>
  </p:sldLayoutIdLst>
  <p:hf hdr="0" dt="0"/>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0" indent="0" algn="l" defTabSz="0" rtl="0" eaLnBrk="1" latinLnBrk="0" hangingPunct="1">
        <a:lnSpc>
          <a:spcPct val="90000"/>
        </a:lnSpc>
        <a:spcBef>
          <a:spcPts val="0"/>
        </a:spcBef>
        <a:buSzPct val="115000"/>
        <a:buFont typeface="Arial" panose="020B0604020202020204" pitchFamily="34" charset="0"/>
        <a:buNone/>
        <a:defRPr sz="2000" b="1" kern="1200">
          <a:solidFill>
            <a:schemeClr val="tx1"/>
          </a:solidFill>
          <a:latin typeface="+mn-lt"/>
          <a:ea typeface="+mn-ea"/>
          <a:cs typeface="+mn-cs"/>
        </a:defRPr>
      </a:lvl1pPr>
      <a:lvl2pPr marL="365760" indent="-182880" algn="l" defTabSz="914400" rtl="0" eaLnBrk="1" latinLnBrk="0" hangingPunct="1">
        <a:lnSpc>
          <a:spcPct val="90000"/>
        </a:lnSpc>
        <a:spcBef>
          <a:spcPts val="500"/>
        </a:spcBef>
        <a:buSzPct val="100000"/>
        <a:buFont typeface="Arial" panose="020B0604020202020204" pitchFamily="34" charset="0"/>
        <a:buChar char="–"/>
        <a:defRPr sz="2000" b="1" kern="1200">
          <a:solidFill>
            <a:schemeClr val="tx1"/>
          </a:solidFill>
          <a:latin typeface="+mn-lt"/>
          <a:ea typeface="+mn-ea"/>
          <a:cs typeface="+mn-cs"/>
        </a:defRPr>
      </a:lvl2pPr>
      <a:lvl3pPr marL="548640" indent="-182880" algn="l" defTabSz="914400" rtl="0" eaLnBrk="1" latinLnBrk="0" hangingPunct="1">
        <a:lnSpc>
          <a:spcPct val="90000"/>
        </a:lnSpc>
        <a:spcBef>
          <a:spcPts val="500"/>
        </a:spcBef>
        <a:buSzPct val="115000"/>
        <a:buFont typeface="Arial" panose="020B0604020202020204" pitchFamily="34" charset="0"/>
        <a:buChar char="•"/>
        <a:defRPr sz="2000" b="1" kern="1200">
          <a:solidFill>
            <a:schemeClr val="tx1"/>
          </a:solidFill>
          <a:latin typeface="+mn-lt"/>
          <a:ea typeface="+mn-ea"/>
          <a:cs typeface="+mn-cs"/>
        </a:defRPr>
      </a:lvl3pPr>
      <a:lvl4pPr marL="731520" indent="-182880" algn="l" defTabSz="914400" rtl="0" eaLnBrk="1" latinLnBrk="0" hangingPunct="1">
        <a:lnSpc>
          <a:spcPct val="90000"/>
        </a:lnSpc>
        <a:spcBef>
          <a:spcPts val="500"/>
        </a:spcBef>
        <a:buSzPct val="100000"/>
        <a:buFont typeface="Arial" panose="020B0604020202020204" pitchFamily="34" charset="0"/>
        <a:buChar char="–"/>
        <a:defRPr sz="2000" b="1" kern="1200">
          <a:solidFill>
            <a:schemeClr val="tx1"/>
          </a:solidFill>
          <a:latin typeface="+mn-lt"/>
          <a:ea typeface="+mn-ea"/>
          <a:cs typeface="+mn-cs"/>
        </a:defRPr>
      </a:lvl4pPr>
      <a:lvl5pPr marL="914400" indent="-182880" algn="l" defTabSz="914400" rtl="0" eaLnBrk="1" latinLnBrk="0" hangingPunct="1">
        <a:lnSpc>
          <a:spcPct val="90000"/>
        </a:lnSpc>
        <a:spcBef>
          <a:spcPts val="500"/>
        </a:spcBef>
        <a:buSzPct val="115000"/>
        <a:buFont typeface="Arial" panose="020B0604020202020204" pitchFamily="34" charset="0"/>
        <a:buChar char="•"/>
        <a:defRPr sz="20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2" userDrawn="1">
          <p15:clr>
            <a:srgbClr val="A4A3A4"/>
          </p15:clr>
        </p15:guide>
        <p15:guide id="3" pos="7248" userDrawn="1">
          <p15:clr>
            <a:srgbClr val="A4A3A4"/>
          </p15:clr>
        </p15:guide>
        <p15:guide id="5" pos="1416" userDrawn="1">
          <p15:clr>
            <a:srgbClr val="A4A3A4"/>
          </p15:clr>
        </p15:guide>
        <p15:guide id="6" pos="1608" userDrawn="1">
          <p15:clr>
            <a:srgbClr val="A4A3A4"/>
          </p15:clr>
        </p15:guide>
        <p15:guide id="7" pos="2592" userDrawn="1">
          <p15:clr>
            <a:srgbClr val="A4A3A4"/>
          </p15:clr>
        </p15:guide>
        <p15:guide id="8" pos="2760" userDrawn="1">
          <p15:clr>
            <a:srgbClr val="A4A3A4"/>
          </p15:clr>
        </p15:guide>
        <p15:guide id="9" pos="3744" userDrawn="1">
          <p15:clr>
            <a:srgbClr val="A4A3A4"/>
          </p15:clr>
        </p15:guide>
        <p15:guide id="10" pos="3936" userDrawn="1">
          <p15:clr>
            <a:srgbClr val="A4A3A4"/>
          </p15:clr>
        </p15:guide>
        <p15:guide id="11" pos="4920" userDrawn="1">
          <p15:clr>
            <a:srgbClr val="A4A3A4"/>
          </p15:clr>
        </p15:guide>
        <p15:guide id="12" pos="5088" userDrawn="1">
          <p15:clr>
            <a:srgbClr val="A4A3A4"/>
          </p15:clr>
        </p15:guide>
        <p15:guide id="13" pos="6072" userDrawn="1">
          <p15:clr>
            <a:srgbClr val="A4A3A4"/>
          </p15:clr>
        </p15:guide>
        <p15:guide id="14" pos="6264" userDrawn="1">
          <p15:clr>
            <a:srgbClr val="A4A3A4"/>
          </p15:clr>
        </p15:guide>
        <p15:guide id="15" orient="horz" pos="3888" userDrawn="1">
          <p15:clr>
            <a:srgbClr val="547EBF"/>
          </p15:clr>
        </p15:guide>
        <p15:guide id="16" orient="horz" pos="1296" userDrawn="1">
          <p15:clr>
            <a:srgbClr val="547EBF"/>
          </p15:clr>
        </p15:guide>
        <p15:guide id="17" orient="horz" pos="2616" userDrawn="1">
          <p15:clr>
            <a:srgbClr val="547EBF"/>
          </p15:clr>
        </p15:guide>
        <p15:guide id="18" orient="horz" pos="2976" userDrawn="1">
          <p15:clr>
            <a:srgbClr val="547EBF"/>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Body"/>
          <p:cNvSpPr>
            <a:spLocks noGrp="1"/>
          </p:cNvSpPr>
          <p:nvPr>
            <p:ph type="body" idx="1"/>
          </p:nvPr>
        </p:nvSpPr>
        <p:spPr>
          <a:xfrm>
            <a:off x="685800" y="1476001"/>
            <a:ext cx="10821419" cy="4315200"/>
          </a:xfrm>
          <a:prstGeom prst="rect">
            <a:avLst/>
          </a:prstGeom>
        </p:spPr>
        <p:txBody>
          <a:bodyPr vert="horz" lIns="0" tIns="0" rIns="0" bIns="0" rtlCol="0">
            <a:normAutofit/>
          </a:bodyPr>
          <a:lstStyle/>
          <a:p>
            <a:pPr lvl="0"/>
            <a:r>
              <a:rPr lang="en-US"/>
              <a:t>Main bullet. 24 pt. black.</a:t>
            </a:r>
          </a:p>
          <a:p>
            <a:pPr lvl="1"/>
            <a:r>
              <a:rPr lang="en-US"/>
              <a:t>Second level</a:t>
            </a:r>
          </a:p>
          <a:p>
            <a:pPr lvl="2"/>
            <a:r>
              <a:rPr lang="en-US"/>
              <a:t>Third level</a:t>
            </a:r>
          </a:p>
          <a:p>
            <a:pPr lvl="3"/>
            <a:r>
              <a:rPr lang="en-US"/>
              <a:t>Fourth level</a:t>
            </a:r>
          </a:p>
          <a:p>
            <a:pPr lvl="4"/>
            <a:r>
              <a:rPr lang="en-US"/>
              <a:t>Fifth level</a:t>
            </a:r>
          </a:p>
        </p:txBody>
      </p:sp>
      <p:sp>
        <p:nvSpPr>
          <p:cNvPr id="15" name="Title Placeholder 14"/>
          <p:cNvSpPr>
            <a:spLocks noGrp="1"/>
          </p:cNvSpPr>
          <p:nvPr>
            <p:ph type="title"/>
          </p:nvPr>
        </p:nvSpPr>
        <p:spPr>
          <a:xfrm>
            <a:off x="694944" y="463255"/>
            <a:ext cx="10811256" cy="679745"/>
          </a:xfrm>
          <a:prstGeom prst="rect">
            <a:avLst/>
          </a:prstGeom>
        </p:spPr>
        <p:txBody>
          <a:bodyPr vert="horz" lIns="0" tIns="0" rIns="0" bIns="0" rtlCol="0" anchor="t" anchorCtr="0">
            <a:noAutofit/>
          </a:bodyPr>
          <a:lstStyle/>
          <a:p>
            <a:r>
              <a:rPr lang="en-US"/>
              <a:t>Click to edit Master title style</a:t>
            </a:r>
          </a:p>
        </p:txBody>
      </p:sp>
      <p:cxnSp>
        <p:nvCxnSpPr>
          <p:cNvPr id="11" name="Straight Connector 10"/>
          <p:cNvCxnSpPr/>
          <p:nvPr userDrawn="1"/>
        </p:nvCxnSpPr>
        <p:spPr>
          <a:xfrm>
            <a:off x="694944" y="126143"/>
            <a:ext cx="10820399" cy="0"/>
          </a:xfrm>
          <a:prstGeom prst="line">
            <a:avLst/>
          </a:prstGeom>
          <a:ln w="2540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2" name="Picture 1" descr="Shape&#10;&#10;Description automatically generated with medium confidence">
            <a:extLst>
              <a:ext uri="{FF2B5EF4-FFF2-40B4-BE49-F238E27FC236}">
                <a16:creationId xmlns:a16="http://schemas.microsoft.com/office/drawing/2014/main" id="{9A109B8E-DECE-81D3-6BD2-7BEC1829BB27}"/>
              </a:ext>
            </a:extLst>
          </p:cNvPr>
          <p:cNvPicPr>
            <a:picLocks noChangeAspect="1"/>
          </p:cNvPicPr>
          <p:nvPr userDrawn="1"/>
        </p:nvPicPr>
        <p:blipFill>
          <a:blip r:embed="rId9"/>
          <a:stretch>
            <a:fillRect/>
          </a:stretch>
        </p:blipFill>
        <p:spPr>
          <a:xfrm>
            <a:off x="325541" y="6347879"/>
            <a:ext cx="770757" cy="295375"/>
          </a:xfrm>
          <a:prstGeom prst="rect">
            <a:avLst/>
          </a:prstGeom>
        </p:spPr>
      </p:pic>
      <p:sp>
        <p:nvSpPr>
          <p:cNvPr id="8" name="Slide number">
            <a:extLst>
              <a:ext uri="{FF2B5EF4-FFF2-40B4-BE49-F238E27FC236}">
                <a16:creationId xmlns:a16="http://schemas.microsoft.com/office/drawing/2014/main" id="{05EDC565-261B-F1BD-AFDC-6A8A1420F924}"/>
              </a:ext>
            </a:extLst>
          </p:cNvPr>
          <p:cNvSpPr>
            <a:spLocks noGrp="1"/>
          </p:cNvSpPr>
          <p:nvPr>
            <p:ph type="sldNum" sz="quarter" idx="4"/>
          </p:nvPr>
        </p:nvSpPr>
        <p:spPr>
          <a:xfrm>
            <a:off x="11506200" y="6441426"/>
            <a:ext cx="531946" cy="365125"/>
          </a:xfrm>
          <a:prstGeom prst="rect">
            <a:avLst/>
          </a:prstGeom>
        </p:spPr>
        <p:txBody>
          <a:bodyPr vert="horz" lIns="0" tIns="0" rIns="0" bIns="0" rtlCol="0" anchor="t" anchorCtr="0"/>
          <a:lstStyle>
            <a:lvl1pPr algn="r">
              <a:defRPr lang="en-US" sz="1200" kern="1200" smtClean="0">
                <a:solidFill>
                  <a:schemeClr val="accent3"/>
                </a:solidFill>
                <a:latin typeface="+mn-lt"/>
                <a:ea typeface="+mn-ea"/>
                <a:cs typeface="+mn-cs"/>
              </a:defRPr>
            </a:lvl1pPr>
          </a:lstStyle>
          <a:p>
            <a:fld id="{07165E6F-54ED-4977-A15E-D44BE7238A65}" type="slidenum">
              <a:rPr lang="en-US" smtClean="0"/>
              <a:pPr/>
              <a:t>‹#›</a:t>
            </a:fld>
            <a:endParaRPr lang="en-US"/>
          </a:p>
        </p:txBody>
      </p:sp>
      <p:pic>
        <p:nvPicPr>
          <p:cNvPr id="9" name="Picture 8">
            <a:extLst>
              <a:ext uri="{FF2B5EF4-FFF2-40B4-BE49-F238E27FC236}">
                <a16:creationId xmlns:a16="http://schemas.microsoft.com/office/drawing/2014/main" id="{55042D4C-378E-5501-1886-DBE755D9B112}"/>
              </a:ext>
            </a:extLst>
          </p:cNvPr>
          <p:cNvPicPr>
            <a:picLocks noChangeAspect="1"/>
          </p:cNvPicPr>
          <p:nvPr userDrawn="1"/>
        </p:nvPicPr>
        <p:blipFill>
          <a:blip r:embed="rId10">
            <a:extLst>
              <a:ext uri="{BEBA8EAE-BF5A-486C-A8C5-ECC9F3942E4B}">
                <a14:imgProps xmlns:a14="http://schemas.microsoft.com/office/drawing/2010/main">
                  <a14:imgLayer r:embed="rId11">
                    <a14:imgEffect>
                      <a14:backgroundRemoval t="4906" b="97736" l="1471" r="97924">
                        <a14:foregroundMark x1="3633" y1="14717" x2="3633" y2="14717"/>
                        <a14:foregroundMark x1="3633" y1="12075" x2="32007" y2="21132"/>
                        <a14:foregroundMark x1="32007" y1="21132" x2="70329" y2="12830"/>
                        <a14:foregroundMark x1="70329" y1="12830" x2="91436" y2="24151"/>
                        <a14:foregroundMark x1="91436" y1="24151" x2="95761" y2="37358"/>
                        <a14:foregroundMark x1="95761" y1="37358" x2="94377" y2="60377"/>
                        <a14:foregroundMark x1="94377" y1="60377" x2="90311" y2="89811"/>
                        <a14:foregroundMark x1="90311" y1="89811" x2="7007" y2="87547"/>
                        <a14:foregroundMark x1="7007" y1="87547" x2="1644" y2="78868"/>
                        <a14:foregroundMark x1="1644" y1="78868" x2="865" y2="58868"/>
                        <a14:foregroundMark x1="865" y1="58868" x2="1990" y2="25283"/>
                        <a14:foregroundMark x1="1990" y1="25283" x2="3979" y2="11698"/>
                        <a14:foregroundMark x1="1903" y1="35094" x2="13841" y2="58491"/>
                        <a14:foregroundMark x1="13841" y1="58491" x2="2595" y2="33962"/>
                        <a14:foregroundMark x1="2595" y1="33962" x2="1557" y2="35849"/>
                        <a14:foregroundMark x1="5190" y1="36604" x2="11851" y2="35849"/>
                        <a14:foregroundMark x1="11851" y1="35849" x2="16003" y2="48302"/>
                        <a14:foregroundMark x1="16003" y1="48302" x2="11073" y2="61887"/>
                        <a14:foregroundMark x1="11073" y1="61887" x2="3201" y2="63396"/>
                        <a14:foregroundMark x1="3201" y1="63396" x2="3374" y2="37736"/>
                        <a14:foregroundMark x1="3374" y1="37736" x2="6661" y2="36981"/>
                        <a14:foregroundMark x1="19810" y1="40000" x2="19810" y2="40000"/>
                        <a14:foregroundMark x1="21799" y1="36604" x2="21799" y2="36604"/>
                        <a14:foregroundMark x1="10986" y1="42642" x2="10986" y2="42642"/>
                        <a14:foregroundMark x1="9256" y1="40755" x2="10294" y2="49057"/>
                        <a14:foregroundMark x1="13322" y1="41132" x2="12889" y2="41132"/>
                        <a14:foregroundMark x1="8045" y1="40000" x2="6315" y2="50943"/>
                        <a14:foregroundMark x1="7699" y1="52075" x2="8824" y2="53962"/>
                        <a14:foregroundMark x1="5536" y1="35849" x2="9429" y2="50189"/>
                        <a14:foregroundMark x1="9429" y1="50189" x2="7353" y2="32830"/>
                        <a14:foregroundMark x1="7353" y1="32830" x2="6142" y2="34340"/>
                        <a14:foregroundMark x1="5882" y1="36226" x2="5796" y2="36981"/>
                        <a14:foregroundMark x1="5969" y1="38868" x2="5969" y2="39623"/>
                        <a14:foregroundMark x1="5277" y1="44906" x2="5623" y2="52075"/>
                        <a14:foregroundMark x1="9083" y1="41887" x2="11073" y2="41887"/>
                        <a14:foregroundMark x1="12370" y1="43396" x2="13581" y2="54340"/>
                        <a14:foregroundMark x1="18945" y1="89057" x2="27855" y2="91321"/>
                        <a14:foregroundMark x1="27855" y1="91321" x2="64273" y2="89434"/>
                        <a14:foregroundMark x1="64273" y1="89434" x2="89792" y2="95472"/>
                        <a14:foregroundMark x1="89792" y1="95472" x2="95761" y2="92453"/>
                        <a14:foregroundMark x1="95761" y1="92453" x2="98270" y2="38868"/>
                        <a14:foregroundMark x1="98270" y1="38868" x2="97837" y2="15849"/>
                        <a14:foregroundMark x1="97837" y1="15849" x2="92128" y2="5660"/>
                        <a14:foregroundMark x1="92128" y1="5660" x2="30363" y2="14340"/>
                        <a14:foregroundMark x1="30363" y1="14340" x2="21972" y2="25660"/>
                        <a14:foregroundMark x1="21972" y1="25660" x2="16955" y2="50566"/>
                        <a14:foregroundMark x1="16955" y1="50566" x2="16522" y2="72075"/>
                        <a14:foregroundMark x1="16522" y1="72075" x2="18858" y2="89057"/>
                        <a14:foregroundMark x1="18858" y1="89057" x2="19204" y2="89434"/>
                        <a14:foregroundMark x1="96021" y1="4906" x2="98443" y2="23774"/>
                        <a14:foregroundMark x1="98443" y1="23774" x2="97318" y2="82642"/>
                        <a14:foregroundMark x1="97318" y1="82642" x2="94723" y2="97736"/>
                        <a14:foregroundMark x1="94723" y1="97736" x2="94723" y2="97736"/>
                        <a14:foregroundMark x1="98962" y1="89057" x2="99481" y2="29057"/>
                        <a14:foregroundMark x1="99481" y1="29057" x2="97924" y2="7925"/>
                        <a14:foregroundMark x1="97924" y1="7925" x2="97145" y2="6792"/>
                        <a14:foregroundMark x1="82007" y1="34717" x2="76817" y2="40755"/>
                        <a14:foregroundMark x1="76817" y1="40755" x2="76817" y2="33962"/>
                        <a14:foregroundMark x1="67734" y1="30189" x2="61678" y2="35849"/>
                        <a14:foregroundMark x1="61678" y1="35849" x2="63581" y2="30189"/>
                        <a14:foregroundMark x1="64792" y1="36981" x2="63235" y2="34717"/>
                        <a14:foregroundMark x1="44204" y1="25283" x2="38668" y2="35472"/>
                        <a14:foregroundMark x1="38668" y1="35472" x2="42561" y2="51321"/>
                        <a14:foregroundMark x1="42561" y1="51321" x2="43772" y2="30189"/>
                        <a14:foregroundMark x1="43772" y1="30189" x2="42734" y2="25283"/>
                        <a14:foregroundMark x1="37284" y1="24906" x2="32872" y2="38491"/>
                        <a14:foregroundMark x1="32872" y1="38491" x2="39100" y2="46415"/>
                        <a14:foregroundMark x1="39100" y1="46415" x2="37889" y2="22642"/>
                        <a14:foregroundMark x1="37889" y1="22642" x2="36246" y2="22264"/>
                        <a14:foregroundMark x1="27595" y1="23774" x2="23616" y2="34340"/>
                        <a14:foregroundMark x1="23616" y1="34340" x2="28201" y2="53962"/>
                        <a14:foregroundMark x1="28201" y1="53962" x2="27855" y2="26792"/>
                        <a14:foregroundMark x1="27855" y1="26792" x2="25346" y2="21132"/>
                        <a14:foregroundMark x1="30882" y1="21509" x2="27768" y2="38491"/>
                        <a14:foregroundMark x1="27768" y1="38491" x2="29671" y2="57358"/>
                        <a14:foregroundMark x1="29671" y1="57358" x2="31661" y2="36226"/>
                        <a14:foregroundMark x1="31661" y1="36226" x2="29498" y2="21509"/>
                        <a14:backgroundMark x1="692" y1="2642" x2="692" y2="2642"/>
                        <a14:backgroundMark x1="87" y1="18868" x2="87" y2="18868"/>
                      </a14:backgroundRemoval>
                    </a14:imgEffect>
                  </a14:imgLayer>
                </a14:imgProps>
              </a:ext>
            </a:extLst>
          </a:blip>
          <a:stretch>
            <a:fillRect/>
          </a:stretch>
        </p:blipFill>
        <p:spPr>
          <a:xfrm>
            <a:off x="9641305" y="6305983"/>
            <a:ext cx="1959181" cy="449120"/>
          </a:xfrm>
          <a:prstGeom prst="rect">
            <a:avLst/>
          </a:prstGeom>
        </p:spPr>
      </p:pic>
      <p:sp>
        <p:nvSpPr>
          <p:cNvPr id="10" name="BJPseudoFooter">
            <a:extLst>
              <a:ext uri="{FF2B5EF4-FFF2-40B4-BE49-F238E27FC236}">
                <a16:creationId xmlns:a16="http://schemas.microsoft.com/office/drawing/2014/main" id="{872B8377-308C-B020-7AED-DD72E0437DF0}"/>
              </a:ext>
            </a:extLst>
          </p:cNvPr>
          <p:cNvSpPr txBox="1"/>
          <p:nvPr userDrawn="1">
            <p:custDataLst>
              <p:tags r:id="rId8"/>
            </p:custDataLst>
          </p:nvPr>
        </p:nvSpPr>
        <p:spPr>
          <a:xfrm>
            <a:off x="3963044" y="6519446"/>
            <a:ext cx="4265911" cy="338554"/>
          </a:xfrm>
          <a:prstGeom prst="rect">
            <a:avLst/>
          </a:prstGeom>
          <a:noFill/>
        </p:spPr>
        <p:txBody>
          <a:bodyPr vert="horz" wrap="none" rtlCol="0">
            <a:spAutoFit/>
          </a:bodyPr>
          <a:lstStyle/>
          <a:p>
            <a:pPr algn="ctr"/>
            <a:r>
              <a:rPr lang="en-US" sz="800">
                <a:solidFill>
                  <a:srgbClr val="000000"/>
                </a:solidFill>
                <a:latin typeface="Arial" panose="020B0604020202020204" pitchFamily="34" charset="0"/>
              </a:rPr>
              <a:t>RTX Corporation (Corporate) - Company Use
This document does not contain any export controlled technical material/data/information.</a:t>
            </a:r>
          </a:p>
        </p:txBody>
      </p:sp>
    </p:spTree>
    <p:extLst>
      <p:ext uri="{BB962C8B-B14F-4D97-AF65-F5344CB8AC3E}">
        <p14:creationId xmlns:p14="http://schemas.microsoft.com/office/powerpoint/2010/main" val="4080327739"/>
      </p:ext>
    </p:extLst>
  </p:cSld>
  <p:clrMap bg1="lt1" tx1="dk1" bg2="lt2" tx2="dk2" accent1="accent1" accent2="accent2" accent3="accent3" accent4="accent4" accent5="accent5" accent6="accent6" hlink="hlink" folHlink="folHlink"/>
  <p:sldLayoutIdLst>
    <p:sldLayoutId id="2147483668" r:id="rId1"/>
    <p:sldLayoutId id="2147483692" r:id="rId2"/>
    <p:sldLayoutId id="2147483695" r:id="rId3"/>
    <p:sldLayoutId id="2147483669" r:id="rId4"/>
    <p:sldLayoutId id="2147483664" r:id="rId5"/>
    <p:sldLayoutId id="2147483694" r:id="rId6"/>
  </p:sldLayoutIdLst>
  <p:hf hdr="0" ftr="0" dt="0"/>
  <p:txStyles>
    <p:titleStyle>
      <a:lvl1pPr marL="0" algn="l" defTabSz="914400" rtl="0" eaLnBrk="1" latinLnBrk="0" hangingPunct="1">
        <a:lnSpc>
          <a:spcPct val="80000"/>
        </a:lnSpc>
        <a:spcBef>
          <a:spcPct val="0"/>
        </a:spcBef>
        <a:buNone/>
        <a:defRPr lang="en-US" sz="3200" b="1" kern="1200" baseline="0" dirty="0">
          <a:solidFill>
            <a:schemeClr val="tx1"/>
          </a:solidFill>
          <a:latin typeface="+mj-lt"/>
          <a:ea typeface="+mj-ea"/>
          <a:cs typeface="Arial" panose="020B0604020202020204" pitchFamily="34" charset="0"/>
        </a:defRPr>
      </a:lvl1pPr>
    </p:titleStyle>
    <p:bodyStyle>
      <a:lvl1pPr marL="219456"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400" kern="1200">
          <a:solidFill>
            <a:schemeClr val="tx1"/>
          </a:solidFill>
          <a:latin typeface="+mn-lt"/>
          <a:ea typeface="+mn-ea"/>
          <a:cs typeface="+mn-cs"/>
        </a:defRPr>
      </a:lvl1pPr>
      <a:lvl2pPr marL="438912"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000" kern="1200">
          <a:solidFill>
            <a:schemeClr val="tx1"/>
          </a:solidFill>
          <a:latin typeface="+mn-lt"/>
          <a:ea typeface="+mn-ea"/>
          <a:cs typeface="+mn-cs"/>
        </a:defRPr>
      </a:lvl3pPr>
      <a:lvl4pPr marL="841248"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4pPr>
      <a:lvl5pPr marL="1060704"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248" userDrawn="1">
          <p15:clr>
            <a:srgbClr val="547EBF"/>
          </p15:clr>
        </p15:guide>
        <p15:guide id="3" pos="432" userDrawn="1">
          <p15:clr>
            <a:srgbClr val="547EBF"/>
          </p15:clr>
        </p15:guide>
        <p15:guide id="4" orient="horz" pos="3888" userDrawn="1">
          <p15:clr>
            <a:srgbClr val="547EBF"/>
          </p15:clr>
        </p15:guide>
        <p15:guide id="5" orient="horz" pos="288" userDrawn="1">
          <p15:clr>
            <a:srgbClr val="547EBF"/>
          </p15:clr>
        </p15:guide>
        <p15:guide id="6" pos="1416" userDrawn="1">
          <p15:clr>
            <a:srgbClr val="A4A3A4"/>
          </p15:clr>
        </p15:guide>
        <p15:guide id="7" pos="1608" userDrawn="1">
          <p15:clr>
            <a:srgbClr val="A4A3A4"/>
          </p15:clr>
        </p15:guide>
        <p15:guide id="8" pos="3744" userDrawn="1">
          <p15:clr>
            <a:srgbClr val="A4A3A4"/>
          </p15:clr>
        </p15:guide>
        <p15:guide id="9" pos="3936" userDrawn="1">
          <p15:clr>
            <a:srgbClr val="A4A3A4"/>
          </p15:clr>
        </p15:guide>
        <p15:guide id="10" pos="4920" userDrawn="1">
          <p15:clr>
            <a:srgbClr val="A4A3A4"/>
          </p15:clr>
        </p15:guide>
        <p15:guide id="11" pos="5088" userDrawn="1">
          <p15:clr>
            <a:srgbClr val="A4A3A4"/>
          </p15:clr>
        </p15:guide>
        <p15:guide id="12" pos="6072" userDrawn="1">
          <p15:clr>
            <a:srgbClr val="A4A3A4"/>
          </p15:clr>
        </p15:guide>
        <p15:guide id="13" pos="6264" userDrawn="1">
          <p15:clr>
            <a:srgbClr val="A4A3A4"/>
          </p15:clr>
        </p15:guide>
        <p15:guide id="14" pos="2592" userDrawn="1">
          <p15:clr>
            <a:srgbClr val="A4A3A4"/>
          </p15:clr>
        </p15:guide>
        <p15:guide id="15" pos="2760" userDrawn="1">
          <p15:clr>
            <a:srgbClr val="A4A3A4"/>
          </p15:clr>
        </p15:guide>
        <p15:guide id="16" orient="horz" pos="720" userDrawn="1">
          <p15:clr>
            <a:srgbClr val="547EBF"/>
          </p15:clr>
        </p15:guide>
        <p15:guide id="17" orient="horz" pos="480" userDrawn="1">
          <p15:clr>
            <a:srgbClr val="547EBF"/>
          </p15:clr>
        </p15:guide>
        <p15:guide id="18" orient="horz" pos="984" userDrawn="1">
          <p15:clr>
            <a:srgbClr val="F26B43"/>
          </p15:clr>
        </p15:guide>
        <p15:guide id="19" orient="horz" pos="364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xml"/><Relationship Id="rId1" Type="http://schemas.openxmlformats.org/officeDocument/2006/relationships/tags" Target="../tags/tag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9.xml"/><Relationship Id="rId1" Type="http://schemas.openxmlformats.org/officeDocument/2006/relationships/tags" Target="../tags/tag5.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8.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8.xml"/><Relationship Id="rId1" Type="http://schemas.openxmlformats.org/officeDocument/2006/relationships/tags" Target="../tags/tag8.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8.xml"/><Relationship Id="rId1" Type="http://schemas.openxmlformats.org/officeDocument/2006/relationships/tags" Target="../tags/tag9.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xml"/><Relationship Id="rId1" Type="http://schemas.openxmlformats.org/officeDocument/2006/relationships/tags" Target="../tags/tag10.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8.xml"/><Relationship Id="rId1" Type="http://schemas.openxmlformats.org/officeDocument/2006/relationships/tags" Target="../tags/tag1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8.xml"/><Relationship Id="rId1" Type="http://schemas.openxmlformats.org/officeDocument/2006/relationships/tags" Target="../tags/tag1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8.xml"/><Relationship Id="rId1" Type="http://schemas.openxmlformats.org/officeDocument/2006/relationships/tags" Target="../tags/tag13.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8.xml"/><Relationship Id="rId1" Type="http://schemas.openxmlformats.org/officeDocument/2006/relationships/tags" Target="../tags/tag14.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1.xml"/><Relationship Id="rId1" Type="http://schemas.openxmlformats.org/officeDocument/2006/relationships/tags" Target="../tags/tag1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tags" Target="../tags/tag17.xml"/><Relationship Id="rId4" Type="http://schemas.openxmlformats.org/officeDocument/2006/relationships/image" Target="../media/image9.jp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18.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6.xml"/><Relationship Id="rId1" Type="http://schemas.openxmlformats.org/officeDocument/2006/relationships/tags" Target="../tags/tag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8AA241-4A5E-33AA-FCF1-98B124F6DF5A}"/>
              </a:ext>
            </a:extLst>
          </p:cNvPr>
          <p:cNvSpPr>
            <a:spLocks noGrp="1"/>
          </p:cNvSpPr>
          <p:nvPr>
            <p:ph type="title"/>
          </p:nvPr>
        </p:nvSpPr>
        <p:spPr>
          <a:xfrm>
            <a:off x="685800" y="2438400"/>
            <a:ext cx="7264401" cy="1317618"/>
          </a:xfrm>
        </p:spPr>
        <p:txBody>
          <a:bodyPr/>
          <a:lstStyle/>
          <a:p>
            <a:r>
              <a:rPr lang="en-US" sz="3200" b="1" dirty="0">
                <a:effectLst/>
                <a:latin typeface="Aptos" panose="020B0004020202020204" pitchFamily="34" charset="0"/>
                <a:ea typeface="Aptos" panose="020B0004020202020204" pitchFamily="34" charset="0"/>
                <a:cs typeface="Aptos" panose="020B0004020202020204" pitchFamily="34" charset="0"/>
              </a:rPr>
              <a:t>AI-Driven Bayesian Templates for Hubbard’s AIE in engineering decisions under uncertainty </a:t>
            </a:r>
            <a:endParaRPr lang="en-US" sz="3200" dirty="0"/>
          </a:p>
        </p:txBody>
      </p:sp>
      <p:sp>
        <p:nvSpPr>
          <p:cNvPr id="7" name="Text Placeholder 6">
            <a:extLst>
              <a:ext uri="{FF2B5EF4-FFF2-40B4-BE49-F238E27FC236}">
                <a16:creationId xmlns:a16="http://schemas.microsoft.com/office/drawing/2014/main" id="{EBB5B22A-BE87-0218-8E7D-962EABEFDEE2}"/>
              </a:ext>
            </a:extLst>
          </p:cNvPr>
          <p:cNvSpPr>
            <a:spLocks noGrp="1"/>
          </p:cNvSpPr>
          <p:nvPr>
            <p:ph type="body" sz="quarter" idx="13"/>
          </p:nvPr>
        </p:nvSpPr>
        <p:spPr/>
        <p:txBody>
          <a:bodyPr/>
          <a:lstStyle/>
          <a:p>
            <a:r>
              <a:rPr lang="en-US" dirty="0"/>
              <a:t>Tutorial</a:t>
            </a:r>
          </a:p>
        </p:txBody>
      </p:sp>
      <p:sp>
        <p:nvSpPr>
          <p:cNvPr id="6" name="Text Placeholder 5">
            <a:extLst>
              <a:ext uri="{FF2B5EF4-FFF2-40B4-BE49-F238E27FC236}">
                <a16:creationId xmlns:a16="http://schemas.microsoft.com/office/drawing/2014/main" id="{815A4065-CB1D-4BC2-A1C5-867929CBCD20}"/>
              </a:ext>
            </a:extLst>
          </p:cNvPr>
          <p:cNvSpPr>
            <a:spLocks noGrp="1"/>
          </p:cNvSpPr>
          <p:nvPr>
            <p:ph type="body" sz="quarter" idx="11"/>
          </p:nvPr>
        </p:nvSpPr>
        <p:spPr>
          <a:xfrm>
            <a:off x="685799" y="3955312"/>
            <a:ext cx="7264401" cy="1211781"/>
          </a:xfrm>
        </p:spPr>
        <p:txBody>
          <a:bodyPr/>
          <a:lstStyle/>
          <a:p>
            <a:r>
              <a:rPr lang="en-US" dirty="0">
                <a:cs typeface="Arial"/>
              </a:rPr>
              <a:t>Kirtis Christensen</a:t>
            </a:r>
            <a:endParaRPr lang="en-US" dirty="0"/>
          </a:p>
        </p:txBody>
      </p:sp>
      <p:sp>
        <p:nvSpPr>
          <p:cNvPr id="3" name="Rectangle: Folded Corner 2">
            <a:extLst>
              <a:ext uri="{FF2B5EF4-FFF2-40B4-BE49-F238E27FC236}">
                <a16:creationId xmlns:a16="http://schemas.microsoft.com/office/drawing/2014/main" id="{57F30124-798B-CA7E-6C12-4B969B350881}"/>
              </a:ext>
            </a:extLst>
          </p:cNvPr>
          <p:cNvSpPr/>
          <p:nvPr/>
        </p:nvSpPr>
        <p:spPr>
          <a:xfrm>
            <a:off x="4742814" y="4104004"/>
            <a:ext cx="2978149" cy="914399"/>
          </a:xfrm>
          <a:prstGeom prst="foldedCorner">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000000"/>
                </a:solidFill>
                <a:cs typeface="Arial"/>
              </a:rPr>
              <a:t>Open. RTX Proprietary</a:t>
            </a:r>
            <a:endParaRPr lang="en-US" sz="1200" dirty="0">
              <a:solidFill>
                <a:srgbClr val="000000"/>
              </a:solidFill>
            </a:endParaRPr>
          </a:p>
        </p:txBody>
      </p:sp>
      <p:sp>
        <p:nvSpPr>
          <p:cNvPr id="12" name="BJPseudoFooter">
            <a:extLst>
              <a:ext uri="{FF2B5EF4-FFF2-40B4-BE49-F238E27FC236}">
                <a16:creationId xmlns:a16="http://schemas.microsoft.com/office/drawing/2014/main" id="{F4925866-E76F-B22F-38D5-23ACBE797BBD}"/>
              </a:ext>
            </a:extLst>
          </p:cNvPr>
          <p:cNvSpPr txBox="1"/>
          <p:nvPr>
            <p:custDataLst>
              <p:tags r:id="rId1"/>
            </p:custDataLst>
          </p:nvPr>
        </p:nvSpPr>
        <p:spPr>
          <a:xfrm>
            <a:off x="3963044" y="6519446"/>
            <a:ext cx="4265911" cy="338554"/>
          </a:xfrm>
          <a:prstGeom prst="rect">
            <a:avLst/>
          </a:prstGeom>
          <a:noFill/>
        </p:spPr>
        <p:txBody>
          <a:bodyPr vert="horz" wrap="none" rtlCol="0">
            <a:spAutoFit/>
          </a:bodyPr>
          <a:lstStyle/>
          <a:p>
            <a:pPr algn="ctr"/>
            <a:r>
              <a:rPr lang="en-US" sz="800">
                <a:solidFill>
                  <a:srgbClr val="000000"/>
                </a:solidFill>
              </a:rPr>
              <a:t>RTX Corporation (Corporate) - Company Use
This document does not contain any export controlled technical material/data/information.</a:t>
            </a:r>
          </a:p>
        </p:txBody>
      </p:sp>
    </p:spTree>
    <p:extLst>
      <p:ext uri="{BB962C8B-B14F-4D97-AF65-F5344CB8AC3E}">
        <p14:creationId xmlns:p14="http://schemas.microsoft.com/office/powerpoint/2010/main" val="2246099637"/>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 name="Text Placeholder 449">
            <a:extLst>
              <a:ext uri="{FF2B5EF4-FFF2-40B4-BE49-F238E27FC236}">
                <a16:creationId xmlns:a16="http://schemas.microsoft.com/office/drawing/2014/main" id="{C0374650-FE74-0F5F-C73B-539FB421CB88}"/>
              </a:ext>
            </a:extLst>
          </p:cNvPr>
          <p:cNvSpPr>
            <a:spLocks noGrp="1"/>
          </p:cNvSpPr>
          <p:nvPr>
            <p:ph type="body" sz="quarter" idx="13"/>
          </p:nvPr>
        </p:nvSpPr>
        <p:spPr/>
        <p:txBody>
          <a:bodyPr/>
          <a:lstStyle/>
          <a:p>
            <a:r>
              <a:rPr lang="en-US" dirty="0"/>
              <a:t>Applied information Economics approach to measuring problems</a:t>
            </a:r>
          </a:p>
          <a:p>
            <a:r>
              <a:rPr lang="en-US" dirty="0"/>
              <a:t>Using AI to map problem types to solution workflows</a:t>
            </a:r>
          </a:p>
          <a:p>
            <a:r>
              <a:rPr lang="en-US" dirty="0"/>
              <a:t>Reusable template (</a:t>
            </a:r>
            <a:r>
              <a:rPr lang="en-US" dirty="0" err="1"/>
              <a:t>Jupyter</a:t>
            </a:r>
            <a:r>
              <a:rPr lang="en-US" dirty="0"/>
              <a:t> notebook) for mapping each problem</a:t>
            </a:r>
          </a:p>
          <a:p>
            <a:endParaRPr lang="en-US" dirty="0"/>
          </a:p>
        </p:txBody>
      </p:sp>
      <p:sp>
        <p:nvSpPr>
          <p:cNvPr id="449" name="Title 448">
            <a:extLst>
              <a:ext uri="{FF2B5EF4-FFF2-40B4-BE49-F238E27FC236}">
                <a16:creationId xmlns:a16="http://schemas.microsoft.com/office/drawing/2014/main" id="{AB159FC5-A060-39EB-265B-FC41BDCA60FF}"/>
              </a:ext>
            </a:extLst>
          </p:cNvPr>
          <p:cNvSpPr>
            <a:spLocks noGrp="1"/>
          </p:cNvSpPr>
          <p:nvPr>
            <p:ph type="title"/>
          </p:nvPr>
        </p:nvSpPr>
        <p:spPr/>
        <p:txBody>
          <a:bodyPr/>
          <a:lstStyle/>
          <a:p>
            <a:r>
              <a:rPr lang="en-US" dirty="0"/>
              <a:t>Tutorial for – AI, Measures, Decisions in uncertainty</a:t>
            </a:r>
          </a:p>
        </p:txBody>
      </p:sp>
      <p:sp>
        <p:nvSpPr>
          <p:cNvPr id="451" name="Text Placeholder 450">
            <a:extLst>
              <a:ext uri="{FF2B5EF4-FFF2-40B4-BE49-F238E27FC236}">
                <a16:creationId xmlns:a16="http://schemas.microsoft.com/office/drawing/2014/main" id="{D8BBC8B1-68C8-BB92-1945-D938B05E8E6B}"/>
              </a:ext>
            </a:extLst>
          </p:cNvPr>
          <p:cNvSpPr>
            <a:spLocks noGrp="1"/>
          </p:cNvSpPr>
          <p:nvPr>
            <p:ph type="body" sz="quarter" idx="15"/>
          </p:nvPr>
        </p:nvSpPr>
        <p:spPr/>
        <p:txBody>
          <a:bodyPr/>
          <a:lstStyle/>
          <a:p>
            <a:r>
              <a:rPr lang="en-US" dirty="0"/>
              <a:t>AI assistance in mapping problem decomposition to workflow</a:t>
            </a:r>
          </a:p>
        </p:txBody>
      </p:sp>
      <p:sp>
        <p:nvSpPr>
          <p:cNvPr id="3" name="Slide Number Placeholder 2">
            <a:extLst>
              <a:ext uri="{FF2B5EF4-FFF2-40B4-BE49-F238E27FC236}">
                <a16:creationId xmlns:a16="http://schemas.microsoft.com/office/drawing/2014/main" id="{FABF23BB-189F-8417-0F3E-D6FDCB8C1E8C}"/>
              </a:ext>
            </a:extLst>
          </p:cNvPr>
          <p:cNvSpPr>
            <a:spLocks noGrp="1"/>
          </p:cNvSpPr>
          <p:nvPr>
            <p:ph type="sldNum" sz="quarter" idx="4"/>
          </p:nvPr>
        </p:nvSpPr>
        <p:spPr>
          <a:xfrm>
            <a:off x="10983397" y="6433754"/>
            <a:ext cx="531946" cy="365125"/>
          </a:xfrm>
        </p:spPr>
        <p:txBody>
          <a:bodyPr/>
          <a:lstStyle/>
          <a:p>
            <a:fld id="{07165E6F-54ED-4977-A15E-D44BE7238A65}" type="slidenum">
              <a:rPr lang="en-US" smtClean="0"/>
              <a:pPr/>
              <a:t>2</a:t>
            </a:fld>
            <a:endParaRPr lang="en-US"/>
          </a:p>
        </p:txBody>
      </p:sp>
      <p:sp>
        <p:nvSpPr>
          <p:cNvPr id="9" name="BJPseudoFooter">
            <a:extLst>
              <a:ext uri="{FF2B5EF4-FFF2-40B4-BE49-F238E27FC236}">
                <a16:creationId xmlns:a16="http://schemas.microsoft.com/office/drawing/2014/main" id="{CBBBAFAC-CA33-7BBD-86EC-02A610048177}"/>
              </a:ext>
            </a:extLst>
          </p:cNvPr>
          <p:cNvSpPr txBox="1"/>
          <p:nvPr>
            <p:custDataLst>
              <p:tags r:id="rId1"/>
            </p:custDataLst>
          </p:nvPr>
        </p:nvSpPr>
        <p:spPr>
          <a:xfrm>
            <a:off x="3963044" y="6519446"/>
            <a:ext cx="4265911" cy="338554"/>
          </a:xfrm>
          <a:prstGeom prst="rect">
            <a:avLst/>
          </a:prstGeom>
          <a:noFill/>
        </p:spPr>
        <p:txBody>
          <a:bodyPr vert="horz" wrap="none" rtlCol="0">
            <a:spAutoFit/>
          </a:bodyPr>
          <a:lstStyle/>
          <a:p>
            <a:pPr algn="ctr"/>
            <a:r>
              <a:rPr lang="en-US" sz="800">
                <a:solidFill>
                  <a:srgbClr val="000000"/>
                </a:solidFill>
              </a:rPr>
              <a:t>RTX Corporation (Corporate) - Company Use
This document does not contain any export controlled technical material/data/information.</a:t>
            </a:r>
          </a:p>
        </p:txBody>
      </p:sp>
    </p:spTree>
    <p:extLst>
      <p:ext uri="{BB962C8B-B14F-4D97-AF65-F5344CB8AC3E}">
        <p14:creationId xmlns:p14="http://schemas.microsoft.com/office/powerpoint/2010/main" val="26953075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 name="Text Placeholder 459">
            <a:extLst>
              <a:ext uri="{FF2B5EF4-FFF2-40B4-BE49-F238E27FC236}">
                <a16:creationId xmlns:a16="http://schemas.microsoft.com/office/drawing/2014/main" id="{081E8923-B963-A216-EF76-172E33F876C9}"/>
              </a:ext>
            </a:extLst>
          </p:cNvPr>
          <p:cNvSpPr>
            <a:spLocks noGrp="1"/>
          </p:cNvSpPr>
          <p:nvPr>
            <p:ph type="body" sz="quarter" idx="21"/>
          </p:nvPr>
        </p:nvSpPr>
        <p:spPr>
          <a:xfrm>
            <a:off x="695325" y="1572733"/>
            <a:ext cx="10810875" cy="341632"/>
          </a:xfrm>
        </p:spPr>
        <p:txBody>
          <a:bodyPr/>
          <a:lstStyle/>
          <a:p>
            <a:r>
              <a:rPr lang="en-US" i="0" dirty="0">
                <a:effectLst/>
                <a:latin typeface="-apple-system"/>
              </a:rPr>
              <a:t>The tutorial follows the 5-step AIE process, enhanced with Bayesian methods and automated by LLMs:</a:t>
            </a:r>
            <a:endParaRPr lang="en-US" dirty="0"/>
          </a:p>
        </p:txBody>
      </p:sp>
      <p:sp>
        <p:nvSpPr>
          <p:cNvPr id="456" name="Title 455">
            <a:extLst>
              <a:ext uri="{FF2B5EF4-FFF2-40B4-BE49-F238E27FC236}">
                <a16:creationId xmlns:a16="http://schemas.microsoft.com/office/drawing/2014/main" id="{E379FD07-3C72-2B3F-B3FA-AA0166837FBC}"/>
              </a:ext>
            </a:extLst>
          </p:cNvPr>
          <p:cNvSpPr>
            <a:spLocks noGrp="1"/>
          </p:cNvSpPr>
          <p:nvPr>
            <p:ph type="title"/>
          </p:nvPr>
        </p:nvSpPr>
        <p:spPr/>
        <p:txBody>
          <a:bodyPr/>
          <a:lstStyle/>
          <a:p>
            <a:r>
              <a:rPr lang="en-US" dirty="0"/>
              <a:t>What is AIE? Who is Hubbard?</a:t>
            </a:r>
          </a:p>
        </p:txBody>
      </p:sp>
      <p:sp>
        <p:nvSpPr>
          <p:cNvPr id="457" name="Text Placeholder 456">
            <a:extLst>
              <a:ext uri="{FF2B5EF4-FFF2-40B4-BE49-F238E27FC236}">
                <a16:creationId xmlns:a16="http://schemas.microsoft.com/office/drawing/2014/main" id="{F6244C40-B306-B7B5-E073-363F05CDB41A}"/>
              </a:ext>
            </a:extLst>
          </p:cNvPr>
          <p:cNvSpPr>
            <a:spLocks noGrp="1"/>
          </p:cNvSpPr>
          <p:nvPr>
            <p:ph type="body" sz="quarter" idx="13"/>
          </p:nvPr>
        </p:nvSpPr>
        <p:spPr>
          <a:xfrm>
            <a:off x="690933" y="2247900"/>
            <a:ext cx="5261811" cy="3227867"/>
          </a:xfrm>
        </p:spPr>
        <p:txBody>
          <a:bodyPr>
            <a:normAutofit fontScale="92500" lnSpcReduction="20000"/>
          </a:bodyPr>
          <a:lstStyle/>
          <a:p>
            <a:r>
              <a:rPr lang="en-US" b="1" dirty="0"/>
              <a:t>The 5-Step Process – Sections:</a:t>
            </a:r>
            <a:endParaRPr lang="en-US" dirty="0"/>
          </a:p>
          <a:p>
            <a:r>
              <a:rPr lang="en-US" b="1" dirty="0"/>
              <a:t>1 . </a:t>
            </a:r>
            <a:r>
              <a:rPr lang="en-US" b="1" dirty="0">
                <a:solidFill>
                  <a:srgbClr val="FF0000"/>
                </a:solidFill>
              </a:rPr>
              <a:t>3.</a:t>
            </a:r>
            <a:r>
              <a:rPr lang="en-US" b="1" dirty="0"/>
              <a:t> Define the decision and uncertainties</a:t>
            </a:r>
            <a:r>
              <a:rPr lang="en-US" dirty="0"/>
              <a:t> - What exactly are we deciding, and what don't we know?</a:t>
            </a:r>
          </a:p>
          <a:p>
            <a:r>
              <a:rPr lang="en-US" b="1" dirty="0"/>
              <a:t>2 . </a:t>
            </a:r>
            <a:r>
              <a:rPr lang="en-US" b="1" dirty="0">
                <a:solidFill>
                  <a:srgbClr val="FF0000"/>
                </a:solidFill>
              </a:rPr>
              <a:t>4.</a:t>
            </a:r>
            <a:r>
              <a:rPr lang="en-US" b="1" dirty="0"/>
              <a:t> Determine what measurements matter</a:t>
            </a:r>
            <a:r>
              <a:rPr lang="en-US" dirty="0"/>
              <a:t> - Which uncertainties are actually worth resolving?</a:t>
            </a:r>
          </a:p>
          <a:p>
            <a:r>
              <a:rPr lang="en-US" b="1" dirty="0"/>
              <a:t>3 . </a:t>
            </a:r>
            <a:r>
              <a:rPr lang="en-US" b="1" dirty="0">
                <a:solidFill>
                  <a:srgbClr val="FF0000"/>
                </a:solidFill>
              </a:rPr>
              <a:t>5. </a:t>
            </a:r>
            <a:r>
              <a:rPr lang="en-US" b="1" dirty="0"/>
              <a:t>Measure highest-value items</a:t>
            </a:r>
            <a:r>
              <a:rPr lang="en-US" dirty="0"/>
              <a:t> - Collect evidence on the most valuable uncertainties</a:t>
            </a:r>
          </a:p>
          <a:p>
            <a:r>
              <a:rPr lang="en-US" b="1" dirty="0"/>
              <a:t>4 . </a:t>
            </a:r>
            <a:r>
              <a:rPr lang="en-US" b="1" dirty="0">
                <a:solidFill>
                  <a:srgbClr val="FF0000"/>
                </a:solidFill>
              </a:rPr>
              <a:t>6,7,8</a:t>
            </a:r>
            <a:r>
              <a:rPr lang="en-US" b="1" dirty="0"/>
              <a:t>. Use information to update beliefs</a:t>
            </a:r>
            <a:r>
              <a:rPr lang="en-US" dirty="0"/>
              <a:t> - Incorporate new data into our understanding</a:t>
            </a:r>
          </a:p>
          <a:p>
            <a:r>
              <a:rPr lang="en-US" b="1" dirty="0"/>
              <a:t>5 . </a:t>
            </a:r>
            <a:r>
              <a:rPr lang="en-US" b="1" dirty="0">
                <a:solidFill>
                  <a:srgbClr val="FF0000"/>
                </a:solidFill>
              </a:rPr>
              <a:t>9.</a:t>
            </a:r>
            <a:r>
              <a:rPr lang="en-US" b="1" dirty="0"/>
              <a:t> Make the decision</a:t>
            </a:r>
            <a:r>
              <a:rPr lang="en-US" dirty="0"/>
              <a:t> - Choose based on expected value</a:t>
            </a:r>
          </a:p>
          <a:p>
            <a:endParaRPr lang="en-US" dirty="0"/>
          </a:p>
        </p:txBody>
      </p:sp>
      <p:sp>
        <p:nvSpPr>
          <p:cNvPr id="458" name="Text Placeholder 457">
            <a:extLst>
              <a:ext uri="{FF2B5EF4-FFF2-40B4-BE49-F238E27FC236}">
                <a16:creationId xmlns:a16="http://schemas.microsoft.com/office/drawing/2014/main" id="{BB3E4FA3-C235-9898-B7F4-1983B574BA7A}"/>
              </a:ext>
            </a:extLst>
          </p:cNvPr>
          <p:cNvSpPr>
            <a:spLocks noGrp="1"/>
          </p:cNvSpPr>
          <p:nvPr>
            <p:ph type="body" sz="quarter" idx="15"/>
          </p:nvPr>
        </p:nvSpPr>
        <p:spPr/>
        <p:txBody>
          <a:bodyPr/>
          <a:lstStyle/>
          <a:p>
            <a:r>
              <a:rPr lang="en-US" dirty="0"/>
              <a:t>Proven method and mindset for finding measures to reduce uncertainty</a:t>
            </a:r>
          </a:p>
        </p:txBody>
      </p:sp>
      <p:sp>
        <p:nvSpPr>
          <p:cNvPr id="3" name="Slide Number Placeholder 2">
            <a:extLst>
              <a:ext uri="{FF2B5EF4-FFF2-40B4-BE49-F238E27FC236}">
                <a16:creationId xmlns:a16="http://schemas.microsoft.com/office/drawing/2014/main" id="{0B6A8546-C09E-DCBD-B84D-31C95FEA9BC2}"/>
              </a:ext>
            </a:extLst>
          </p:cNvPr>
          <p:cNvSpPr>
            <a:spLocks noGrp="1"/>
          </p:cNvSpPr>
          <p:nvPr>
            <p:ph type="sldNum" sz="quarter" idx="4"/>
          </p:nvPr>
        </p:nvSpPr>
        <p:spPr>
          <a:xfrm>
            <a:off x="10983397" y="6433754"/>
            <a:ext cx="531946" cy="365125"/>
          </a:xfrm>
        </p:spPr>
        <p:txBody>
          <a:bodyPr/>
          <a:lstStyle/>
          <a:p>
            <a:fld id="{07165E6F-54ED-4977-A15E-D44BE7238A65}" type="slidenum">
              <a:rPr lang="en-US" smtClean="0"/>
              <a:pPr/>
              <a:t>3</a:t>
            </a:fld>
            <a:endParaRPr lang="en-US"/>
          </a:p>
        </p:txBody>
      </p:sp>
      <p:pic>
        <p:nvPicPr>
          <p:cNvPr id="19" name="Picture Placeholder 18">
            <a:extLst>
              <a:ext uri="{FF2B5EF4-FFF2-40B4-BE49-F238E27FC236}">
                <a16:creationId xmlns:a16="http://schemas.microsoft.com/office/drawing/2014/main" id="{855FAA0B-05F1-F8BB-B165-60C77673F99F}"/>
              </a:ext>
            </a:extLst>
          </p:cNvPr>
          <p:cNvPicPr>
            <a:picLocks noGrp="1" noChangeAspect="1"/>
          </p:cNvPicPr>
          <p:nvPr>
            <p:ph type="pic" sz="quarter" idx="17"/>
          </p:nvPr>
        </p:nvPicPr>
        <p:blipFill>
          <a:blip r:embed="rId4"/>
          <a:srcRect l="5589" r="5589"/>
          <a:stretch/>
        </p:blipFill>
        <p:spPr>
          <a:xfrm>
            <a:off x="6105143" y="2162271"/>
            <a:ext cx="5450625" cy="2183448"/>
          </a:xfrm>
          <a:prstGeom prst="rect">
            <a:avLst/>
          </a:prstGeom>
          <a:solidFill>
            <a:srgbClr val="B1B3B3">
              <a:lumMod val="20000"/>
              <a:lumOff val="80000"/>
            </a:srgbClr>
          </a:solidFill>
        </p:spPr>
      </p:pic>
      <p:sp>
        <p:nvSpPr>
          <p:cNvPr id="26" name="BJPseudoFooter">
            <a:extLst>
              <a:ext uri="{FF2B5EF4-FFF2-40B4-BE49-F238E27FC236}">
                <a16:creationId xmlns:a16="http://schemas.microsoft.com/office/drawing/2014/main" id="{F1AFD5C3-5826-B7EB-67C6-7230C7E2BE3E}"/>
              </a:ext>
            </a:extLst>
          </p:cNvPr>
          <p:cNvSpPr txBox="1"/>
          <p:nvPr>
            <p:custDataLst>
              <p:tags r:id="rId1"/>
            </p:custDataLst>
          </p:nvPr>
        </p:nvSpPr>
        <p:spPr>
          <a:xfrm>
            <a:off x="3963044" y="6519446"/>
            <a:ext cx="4265911" cy="338554"/>
          </a:xfrm>
          <a:prstGeom prst="rect">
            <a:avLst/>
          </a:prstGeom>
          <a:noFill/>
        </p:spPr>
        <p:txBody>
          <a:bodyPr vert="horz" wrap="none" rtlCol="0">
            <a:spAutoFit/>
          </a:bodyPr>
          <a:lstStyle/>
          <a:p>
            <a:pPr algn="ctr"/>
            <a:r>
              <a:rPr lang="en-US" sz="800">
                <a:solidFill>
                  <a:srgbClr val="000000"/>
                </a:solidFill>
              </a:rPr>
              <a:t>RTX Corporation (Corporate) - Company Use
This document does not contain any export controlled technical material/data/information.</a:t>
            </a:r>
          </a:p>
        </p:txBody>
      </p:sp>
    </p:spTree>
    <p:extLst>
      <p:ext uri="{BB962C8B-B14F-4D97-AF65-F5344CB8AC3E}">
        <p14:creationId xmlns:p14="http://schemas.microsoft.com/office/powerpoint/2010/main" val="707011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 name="Text Placeholder 457">
            <a:extLst>
              <a:ext uri="{FF2B5EF4-FFF2-40B4-BE49-F238E27FC236}">
                <a16:creationId xmlns:a16="http://schemas.microsoft.com/office/drawing/2014/main" id="{0BB2D8BF-CEBE-8B3B-3780-EDC364945EFF}"/>
              </a:ext>
            </a:extLst>
          </p:cNvPr>
          <p:cNvSpPr>
            <a:spLocks noGrp="1"/>
          </p:cNvSpPr>
          <p:nvPr>
            <p:ph type="body" sz="quarter" idx="13"/>
          </p:nvPr>
        </p:nvSpPr>
        <p:spPr/>
        <p:txBody>
          <a:bodyPr/>
          <a:lstStyle/>
          <a:p>
            <a:r>
              <a:rPr lang="en-US" dirty="0"/>
              <a:t>Python 3.8+ environment</a:t>
            </a:r>
          </a:p>
          <a:p>
            <a:r>
              <a:rPr lang="en-US" dirty="0"/>
              <a:t>Required packages: numpy, scipy, pandas, matplotlib, seaborn, networkx, openai, pymc, arviz, ipywidgets</a:t>
            </a:r>
          </a:p>
          <a:p>
            <a:r>
              <a:rPr lang="en-US" dirty="0"/>
              <a:t>OpenAI API key (or Ollama local endpoint)</a:t>
            </a:r>
          </a:p>
          <a:p>
            <a:endParaRPr lang="en-US" dirty="0"/>
          </a:p>
        </p:txBody>
      </p:sp>
      <p:sp>
        <p:nvSpPr>
          <p:cNvPr id="460" name="Text Placeholder 459">
            <a:extLst>
              <a:ext uri="{FF2B5EF4-FFF2-40B4-BE49-F238E27FC236}">
                <a16:creationId xmlns:a16="http://schemas.microsoft.com/office/drawing/2014/main" id="{6F52FE0B-F222-B222-359F-31E596A41FE9}"/>
              </a:ext>
            </a:extLst>
          </p:cNvPr>
          <p:cNvSpPr>
            <a:spLocks noGrp="1"/>
          </p:cNvSpPr>
          <p:nvPr>
            <p:ph type="body" sz="quarter" idx="21"/>
          </p:nvPr>
        </p:nvSpPr>
        <p:spPr>
          <a:xfrm>
            <a:off x="695325" y="1572734"/>
            <a:ext cx="5248274" cy="387690"/>
          </a:xfrm>
        </p:spPr>
        <p:txBody>
          <a:bodyPr/>
          <a:lstStyle/>
          <a:p>
            <a:r>
              <a:rPr lang="en-US" dirty="0"/>
              <a:t>Prerequisites</a:t>
            </a:r>
          </a:p>
          <a:p>
            <a:endParaRPr lang="en-US" dirty="0"/>
          </a:p>
        </p:txBody>
      </p:sp>
      <p:sp>
        <p:nvSpPr>
          <p:cNvPr id="461" name="Text Placeholder 460">
            <a:extLst>
              <a:ext uri="{FF2B5EF4-FFF2-40B4-BE49-F238E27FC236}">
                <a16:creationId xmlns:a16="http://schemas.microsoft.com/office/drawing/2014/main" id="{77E457F6-015E-9060-297A-33BFF76862DA}"/>
              </a:ext>
            </a:extLst>
          </p:cNvPr>
          <p:cNvSpPr>
            <a:spLocks noGrp="1"/>
          </p:cNvSpPr>
          <p:nvPr>
            <p:ph type="body" sz="quarter" idx="22"/>
          </p:nvPr>
        </p:nvSpPr>
        <p:spPr>
          <a:xfrm>
            <a:off x="6248401" y="1572734"/>
            <a:ext cx="5248274" cy="387690"/>
          </a:xfrm>
        </p:spPr>
        <p:txBody>
          <a:bodyPr/>
          <a:lstStyle/>
          <a:p>
            <a:r>
              <a:rPr lang="en-US" dirty="0"/>
              <a:t>Setup Options</a:t>
            </a:r>
          </a:p>
          <a:p>
            <a:endParaRPr lang="en-US" dirty="0"/>
          </a:p>
        </p:txBody>
      </p:sp>
      <p:sp>
        <p:nvSpPr>
          <p:cNvPr id="457" name="Title 456">
            <a:extLst>
              <a:ext uri="{FF2B5EF4-FFF2-40B4-BE49-F238E27FC236}">
                <a16:creationId xmlns:a16="http://schemas.microsoft.com/office/drawing/2014/main" id="{51EB40F4-1BC2-B6EC-8383-194E5A91EB4C}"/>
              </a:ext>
            </a:extLst>
          </p:cNvPr>
          <p:cNvSpPr>
            <a:spLocks noGrp="1"/>
          </p:cNvSpPr>
          <p:nvPr>
            <p:ph type="title"/>
          </p:nvPr>
        </p:nvSpPr>
        <p:spPr/>
        <p:txBody>
          <a:bodyPr/>
          <a:lstStyle/>
          <a:p>
            <a:r>
              <a:rPr lang="en-US" dirty="0"/>
              <a:t>Section 1: Environment Setup</a:t>
            </a:r>
          </a:p>
        </p:txBody>
      </p:sp>
      <p:sp>
        <p:nvSpPr>
          <p:cNvPr id="462" name="Text Placeholder 461">
            <a:extLst>
              <a:ext uri="{FF2B5EF4-FFF2-40B4-BE49-F238E27FC236}">
                <a16:creationId xmlns:a16="http://schemas.microsoft.com/office/drawing/2014/main" id="{5F9DC154-ED5A-77D7-7CF8-F0267C8505E6}"/>
              </a:ext>
            </a:extLst>
          </p:cNvPr>
          <p:cNvSpPr>
            <a:spLocks noGrp="1"/>
          </p:cNvSpPr>
          <p:nvPr>
            <p:ph type="body" sz="quarter" idx="23"/>
          </p:nvPr>
        </p:nvSpPr>
        <p:spPr>
          <a:xfrm>
            <a:off x="6314769" y="3962198"/>
            <a:ext cx="5247167" cy="1180574"/>
          </a:xfrm>
        </p:spPr>
        <p:txBody>
          <a:bodyPr>
            <a:normAutofit/>
          </a:bodyPr>
          <a:lstStyle/>
          <a:p>
            <a:r>
              <a:rPr lang="en-US" dirty="0"/>
              <a:t>Configure LLM provider (OpenAI/Ollama)</a:t>
            </a:r>
          </a:p>
          <a:p>
            <a:r>
              <a:rPr lang="en-US" dirty="0"/>
              <a:t>Set API credentials</a:t>
            </a:r>
          </a:p>
          <a:p>
            <a:r>
              <a:rPr lang="en-US" dirty="0"/>
              <a:t>Verify connection before proceeding</a:t>
            </a:r>
          </a:p>
          <a:p>
            <a:endParaRPr lang="en-US" dirty="0"/>
          </a:p>
        </p:txBody>
      </p:sp>
      <p:sp>
        <p:nvSpPr>
          <p:cNvPr id="459" name="Text Placeholder 458">
            <a:extLst>
              <a:ext uri="{FF2B5EF4-FFF2-40B4-BE49-F238E27FC236}">
                <a16:creationId xmlns:a16="http://schemas.microsoft.com/office/drawing/2014/main" id="{28F3DEF9-B19A-77A5-6BD5-09D4018D7D9E}"/>
              </a:ext>
            </a:extLst>
          </p:cNvPr>
          <p:cNvSpPr>
            <a:spLocks noGrp="1"/>
          </p:cNvSpPr>
          <p:nvPr>
            <p:ph type="body" sz="quarter" idx="15"/>
          </p:nvPr>
        </p:nvSpPr>
        <p:spPr/>
        <p:txBody>
          <a:bodyPr/>
          <a:lstStyle/>
          <a:p>
            <a:r>
              <a:rPr lang="en-US" dirty="0"/>
              <a:t>Tutorial OpenAI Key provided for Tutorial – Please use your own key if you have one</a:t>
            </a:r>
          </a:p>
        </p:txBody>
      </p:sp>
      <p:sp>
        <p:nvSpPr>
          <p:cNvPr id="4" name="Slide Number Placeholder 3">
            <a:extLst>
              <a:ext uri="{FF2B5EF4-FFF2-40B4-BE49-F238E27FC236}">
                <a16:creationId xmlns:a16="http://schemas.microsoft.com/office/drawing/2014/main" id="{841E2F8E-89B6-BD04-4337-6C26100B9E06}"/>
              </a:ext>
            </a:extLst>
          </p:cNvPr>
          <p:cNvSpPr>
            <a:spLocks noGrp="1"/>
          </p:cNvSpPr>
          <p:nvPr>
            <p:ph type="sldNum" sz="quarter" idx="4"/>
          </p:nvPr>
        </p:nvSpPr>
        <p:spPr>
          <a:xfrm>
            <a:off x="10983397" y="6433754"/>
            <a:ext cx="531946" cy="365125"/>
          </a:xfrm>
        </p:spPr>
        <p:txBody>
          <a:bodyPr/>
          <a:lstStyle/>
          <a:p>
            <a:fld id="{07165E6F-54ED-4977-A15E-D44BE7238A65}" type="slidenum">
              <a:rPr lang="en-US" smtClean="0"/>
              <a:pPr/>
              <a:t>4</a:t>
            </a:fld>
            <a:endParaRPr lang="en-US"/>
          </a:p>
        </p:txBody>
      </p:sp>
      <p:sp>
        <p:nvSpPr>
          <p:cNvPr id="3" name="Text Placeholder 460">
            <a:extLst>
              <a:ext uri="{FF2B5EF4-FFF2-40B4-BE49-F238E27FC236}">
                <a16:creationId xmlns:a16="http://schemas.microsoft.com/office/drawing/2014/main" id="{3C55C006-649E-A7B8-A78B-EEB20604FEC5}"/>
              </a:ext>
            </a:extLst>
          </p:cNvPr>
          <p:cNvSpPr txBox="1">
            <a:spLocks/>
          </p:cNvSpPr>
          <p:nvPr/>
        </p:nvSpPr>
        <p:spPr>
          <a:xfrm>
            <a:off x="6313662" y="3482846"/>
            <a:ext cx="5248274" cy="590931"/>
          </a:xfrm>
          <a:prstGeom prst="rect">
            <a:avLst/>
          </a:prstGeom>
          <a:noFill/>
        </p:spPr>
        <p:txBody>
          <a:bodyPr vert="horz" wrap="square" lIns="0" tIns="0" rIns="0" bIns="91440" rtlCol="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kern="1200" baseline="0">
                <a:solidFill>
                  <a:schemeClr val="tx1"/>
                </a:solidFill>
                <a:latin typeface="+mj-lt"/>
                <a:ea typeface="+mn-ea"/>
                <a:cs typeface="+mn-cs"/>
              </a:defRPr>
            </a:lvl1pPr>
            <a:lvl2pPr marL="438912"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000" kern="1200">
                <a:solidFill>
                  <a:schemeClr val="tx1"/>
                </a:solidFill>
                <a:latin typeface="+mn-lt"/>
                <a:ea typeface="+mn-ea"/>
                <a:cs typeface="+mn-cs"/>
              </a:defRPr>
            </a:lvl3pPr>
            <a:lvl4pPr marL="841248"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4pPr>
            <a:lvl5pPr marL="1060704"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Key Configuration</a:t>
            </a:r>
          </a:p>
          <a:p>
            <a:endParaRPr lang="en-US" dirty="0"/>
          </a:p>
        </p:txBody>
      </p:sp>
      <p:sp>
        <p:nvSpPr>
          <p:cNvPr id="5" name="Text Placeholder 461">
            <a:extLst>
              <a:ext uri="{FF2B5EF4-FFF2-40B4-BE49-F238E27FC236}">
                <a16:creationId xmlns:a16="http://schemas.microsoft.com/office/drawing/2014/main" id="{62119FAB-0E08-3E30-3194-C3559E784819}"/>
              </a:ext>
            </a:extLst>
          </p:cNvPr>
          <p:cNvSpPr txBox="1">
            <a:spLocks/>
          </p:cNvSpPr>
          <p:nvPr/>
        </p:nvSpPr>
        <p:spPr>
          <a:xfrm>
            <a:off x="6248400" y="1989249"/>
            <a:ext cx="5247167" cy="1126700"/>
          </a:xfrm>
          <a:prstGeom prst="rect">
            <a:avLst/>
          </a:prstGeom>
          <a:noFill/>
        </p:spPr>
        <p:txBody>
          <a:bodyPr vert="horz" lIns="0" tIns="0" rIns="182880" bIns="0" rtlCol="0">
            <a:normAutofit fontScale="92500" lnSpcReduction="10000"/>
          </a:bodyPr>
          <a:lstStyle>
            <a:lvl1pPr marL="219456"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defRPr lang="en-US" sz="1800" kern="1200" baseline="0" dirty="0" smtClean="0">
                <a:solidFill>
                  <a:schemeClr val="tx1"/>
                </a:solidFill>
                <a:latin typeface="+mn-lt"/>
                <a:ea typeface="+mn-ea"/>
                <a:cs typeface="+mn-cs"/>
              </a:defRPr>
            </a:lvl1pPr>
            <a:lvl2pPr marL="438150" indent="-204788" algn="l" defTabSz="914400" rtl="0" eaLnBrk="1" latinLnBrk="0" hangingPunct="1">
              <a:lnSpc>
                <a:spcPct val="100000"/>
              </a:lnSpc>
              <a:spcBef>
                <a:spcPts val="0"/>
              </a:spcBef>
              <a:spcAft>
                <a:spcPts val="600"/>
              </a:spcAft>
              <a:buClrTx/>
              <a:buSzPct val="100000"/>
              <a:buFont typeface="Arial" panose="020B0604020202020204" pitchFamily="34" charset="0"/>
              <a:buChar char="–"/>
              <a:defRPr lang="en-US" sz="1800" kern="1200" dirty="0" smtClean="0">
                <a:solidFill>
                  <a:schemeClr val="tx1"/>
                </a:solidFill>
                <a:latin typeface="+mn-lt"/>
                <a:ea typeface="+mn-ea"/>
                <a:cs typeface="+mn-cs"/>
              </a:defRPr>
            </a:lvl2pPr>
            <a:lvl3pPr marL="690563" indent="-233363" algn="l" defTabSz="914400" rtl="0" eaLnBrk="1" latinLnBrk="0" hangingPunct="1">
              <a:lnSpc>
                <a:spcPct val="100000"/>
              </a:lnSpc>
              <a:spcBef>
                <a:spcPts val="0"/>
              </a:spcBef>
              <a:spcAft>
                <a:spcPts val="600"/>
              </a:spcAft>
              <a:buClrTx/>
              <a:buSzPct val="100000"/>
              <a:buFont typeface="Arial" panose="020B0604020202020204" pitchFamily="34" charset="0"/>
              <a:buChar char="•"/>
              <a:defRPr lang="en-US" sz="1800" kern="1200" dirty="0" smtClean="0">
                <a:solidFill>
                  <a:schemeClr val="tx1"/>
                </a:solidFill>
                <a:latin typeface="+mn-lt"/>
                <a:ea typeface="+mn-ea"/>
                <a:cs typeface="+mn-cs"/>
              </a:defRPr>
            </a:lvl3pPr>
            <a:lvl4pPr marL="914400" indent="-223838" algn="l" defTabSz="914400" rtl="0" eaLnBrk="1" latinLnBrk="0" hangingPunct="1">
              <a:lnSpc>
                <a:spcPct val="100000"/>
              </a:lnSpc>
              <a:spcBef>
                <a:spcPts val="0"/>
              </a:spcBef>
              <a:spcAft>
                <a:spcPts val="600"/>
              </a:spcAft>
              <a:buClrTx/>
              <a:buSzPct val="100000"/>
              <a:buFont typeface="Arial" panose="020B0604020202020204" pitchFamily="34" charset="0"/>
              <a:buChar char="–"/>
              <a:defRPr lang="en-US" sz="1800" kern="1200" dirty="0" smtClean="0">
                <a:solidFill>
                  <a:schemeClr val="tx1"/>
                </a:solidFill>
                <a:latin typeface="+mn-lt"/>
                <a:ea typeface="+mn-ea"/>
                <a:cs typeface="+mn-cs"/>
              </a:defRPr>
            </a:lvl4pPr>
            <a:lvl5pPr marL="1147763" indent="-233363" algn="l" defTabSz="914400" rtl="0" eaLnBrk="1" latinLnBrk="0" hangingPunct="1">
              <a:lnSpc>
                <a:spcPct val="100000"/>
              </a:lnSpc>
              <a:spcBef>
                <a:spcPts val="0"/>
              </a:spcBef>
              <a:spcAft>
                <a:spcPts val="600"/>
              </a:spcAft>
              <a:buClrTx/>
              <a:buSzPct val="100000"/>
              <a:buFont typeface="Arial" panose="020B0604020202020204" pitchFamily="34" charset="0"/>
              <a:buChar char="•"/>
              <a:defRPr lang="en-US" sz="18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Google Colab (Recommended)</a:t>
            </a:r>
            <a:r>
              <a:rPr lang="en-US" dirty="0"/>
              <a:t>: Use the provided Colab badge to open in browser</a:t>
            </a:r>
          </a:p>
          <a:p>
            <a:r>
              <a:rPr lang="en-US" b="1" dirty="0"/>
              <a:t>Local Installation</a:t>
            </a:r>
            <a:r>
              <a:rPr lang="en-US" dirty="0"/>
              <a:t>: Follow instructions in QUICKSTART.md</a:t>
            </a:r>
          </a:p>
          <a:p>
            <a:endParaRPr lang="en-US" dirty="0"/>
          </a:p>
        </p:txBody>
      </p:sp>
      <p:sp>
        <p:nvSpPr>
          <p:cNvPr id="12" name="BJPseudoFooter">
            <a:extLst>
              <a:ext uri="{FF2B5EF4-FFF2-40B4-BE49-F238E27FC236}">
                <a16:creationId xmlns:a16="http://schemas.microsoft.com/office/drawing/2014/main" id="{93F4D803-B212-7BF0-8328-984A711E9F9A}"/>
              </a:ext>
            </a:extLst>
          </p:cNvPr>
          <p:cNvSpPr txBox="1"/>
          <p:nvPr>
            <p:custDataLst>
              <p:tags r:id="rId1"/>
            </p:custDataLst>
          </p:nvPr>
        </p:nvSpPr>
        <p:spPr>
          <a:xfrm>
            <a:off x="3963044" y="6519446"/>
            <a:ext cx="4265911" cy="338554"/>
          </a:xfrm>
          <a:prstGeom prst="rect">
            <a:avLst/>
          </a:prstGeom>
          <a:noFill/>
        </p:spPr>
        <p:txBody>
          <a:bodyPr vert="horz" wrap="none" rtlCol="0">
            <a:spAutoFit/>
          </a:bodyPr>
          <a:lstStyle/>
          <a:p>
            <a:pPr algn="ctr"/>
            <a:r>
              <a:rPr lang="en-US" sz="800">
                <a:solidFill>
                  <a:srgbClr val="000000"/>
                </a:solidFill>
              </a:rPr>
              <a:t>RTX Corporation (Corporate) - Company Use
This document does not contain any export controlled technical material/data/information.</a:t>
            </a:r>
          </a:p>
        </p:txBody>
      </p:sp>
    </p:spTree>
    <p:extLst>
      <p:ext uri="{BB962C8B-B14F-4D97-AF65-F5344CB8AC3E}">
        <p14:creationId xmlns:p14="http://schemas.microsoft.com/office/powerpoint/2010/main" val="2949816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D7860-1232-7AE0-5946-6B751A76048D}"/>
            </a:ext>
          </a:extLst>
        </p:cNvPr>
        <p:cNvGrpSpPr/>
        <p:nvPr/>
      </p:nvGrpSpPr>
      <p:grpSpPr>
        <a:xfrm>
          <a:off x="0" y="0"/>
          <a:ext cx="0" cy="0"/>
          <a:chOff x="0" y="0"/>
          <a:chExt cx="0" cy="0"/>
        </a:xfrm>
      </p:grpSpPr>
      <p:sp>
        <p:nvSpPr>
          <p:cNvPr id="449" name="Title 448">
            <a:extLst>
              <a:ext uri="{FF2B5EF4-FFF2-40B4-BE49-F238E27FC236}">
                <a16:creationId xmlns:a16="http://schemas.microsoft.com/office/drawing/2014/main" id="{5AD6C3DB-9441-467D-C59D-EEBA1834D2AC}"/>
              </a:ext>
            </a:extLst>
          </p:cNvPr>
          <p:cNvSpPr>
            <a:spLocks noGrp="1"/>
          </p:cNvSpPr>
          <p:nvPr>
            <p:ph type="title"/>
          </p:nvPr>
        </p:nvSpPr>
        <p:spPr>
          <a:xfrm>
            <a:off x="694944" y="466347"/>
            <a:ext cx="3224745" cy="2352568"/>
          </a:xfrm>
        </p:spPr>
        <p:txBody>
          <a:bodyPr/>
          <a:lstStyle/>
          <a:p>
            <a:r>
              <a:rPr lang="en-US" dirty="0"/>
              <a:t>Section 2: Background</a:t>
            </a:r>
          </a:p>
        </p:txBody>
      </p:sp>
      <p:sp>
        <p:nvSpPr>
          <p:cNvPr id="451" name="Text Placeholder 450">
            <a:extLst>
              <a:ext uri="{FF2B5EF4-FFF2-40B4-BE49-F238E27FC236}">
                <a16:creationId xmlns:a16="http://schemas.microsoft.com/office/drawing/2014/main" id="{D62275C1-A451-EA9C-41C3-07A476F1D98B}"/>
              </a:ext>
            </a:extLst>
          </p:cNvPr>
          <p:cNvSpPr>
            <a:spLocks noGrp="1"/>
          </p:cNvSpPr>
          <p:nvPr>
            <p:ph type="body" sz="quarter" idx="15"/>
          </p:nvPr>
        </p:nvSpPr>
        <p:spPr/>
        <p:txBody>
          <a:bodyPr/>
          <a:lstStyle/>
          <a:p>
            <a:r>
              <a:rPr lang="en-US" dirty="0"/>
              <a:t>- AIE + Bayesian Concepts - Enhancements</a:t>
            </a:r>
          </a:p>
        </p:txBody>
      </p:sp>
      <p:sp>
        <p:nvSpPr>
          <p:cNvPr id="3" name="Slide Number Placeholder 2">
            <a:extLst>
              <a:ext uri="{FF2B5EF4-FFF2-40B4-BE49-F238E27FC236}">
                <a16:creationId xmlns:a16="http://schemas.microsoft.com/office/drawing/2014/main" id="{C28AFC5B-6893-8181-2C4C-2894FED0AEE4}"/>
              </a:ext>
            </a:extLst>
          </p:cNvPr>
          <p:cNvSpPr>
            <a:spLocks noGrp="1"/>
          </p:cNvSpPr>
          <p:nvPr>
            <p:ph type="sldNum" sz="quarter" idx="4"/>
          </p:nvPr>
        </p:nvSpPr>
        <p:spPr>
          <a:xfrm>
            <a:off x="10983397" y="6433754"/>
            <a:ext cx="531946" cy="365125"/>
          </a:xfrm>
        </p:spPr>
        <p:txBody>
          <a:bodyPr/>
          <a:lstStyle/>
          <a:p>
            <a:fld id="{07165E6F-54ED-4977-A15E-D44BE7238A65}" type="slidenum">
              <a:rPr lang="en-US" smtClean="0"/>
              <a:pPr/>
              <a:t>5</a:t>
            </a:fld>
            <a:endParaRPr lang="en-US"/>
          </a:p>
        </p:txBody>
      </p:sp>
      <p:sp>
        <p:nvSpPr>
          <p:cNvPr id="8" name="TextBox 7">
            <a:extLst>
              <a:ext uri="{FF2B5EF4-FFF2-40B4-BE49-F238E27FC236}">
                <a16:creationId xmlns:a16="http://schemas.microsoft.com/office/drawing/2014/main" id="{6EC1017C-F56B-0251-89D8-5DA2EFAF29F4}"/>
              </a:ext>
            </a:extLst>
          </p:cNvPr>
          <p:cNvSpPr txBox="1"/>
          <p:nvPr/>
        </p:nvSpPr>
        <p:spPr>
          <a:xfrm>
            <a:off x="3963044" y="223704"/>
            <a:ext cx="7227273" cy="5693866"/>
          </a:xfrm>
          <a:prstGeom prst="rect">
            <a:avLst/>
          </a:prstGeom>
          <a:noFill/>
        </p:spPr>
        <p:txBody>
          <a:bodyPr wrap="square">
            <a:spAutoFit/>
          </a:bodyPr>
          <a:lstStyle/>
          <a:p>
            <a:pPr algn="l">
              <a:spcBef>
                <a:spcPts val="1800"/>
              </a:spcBef>
              <a:spcAft>
                <a:spcPts val="1200"/>
              </a:spcAft>
              <a:buNone/>
            </a:pPr>
            <a:r>
              <a:rPr lang="en-US" b="1" i="0" dirty="0">
                <a:effectLst/>
                <a:latin typeface="-apple-system"/>
              </a:rPr>
              <a:t>Doug Hubbard's Applied Information Economics (AIE)</a:t>
            </a:r>
          </a:p>
          <a:p>
            <a:pPr algn="l">
              <a:spcAft>
                <a:spcPts val="1200"/>
              </a:spcAft>
              <a:buNone/>
            </a:pPr>
            <a:r>
              <a:rPr lang="en-US" b="1" i="0" dirty="0">
                <a:effectLst/>
                <a:latin typeface="-apple-system"/>
              </a:rPr>
              <a:t>Core Principle</a:t>
            </a:r>
            <a:r>
              <a:rPr lang="en-US" b="0" i="0" dirty="0">
                <a:effectLst/>
                <a:latin typeface="-apple-system"/>
              </a:rPr>
              <a:t>: Measure only what matters most to reduce uncertainty in your decision.</a:t>
            </a:r>
          </a:p>
          <a:p>
            <a:pPr algn="l">
              <a:spcAft>
                <a:spcPts val="1200"/>
              </a:spcAft>
              <a:buNone/>
            </a:pPr>
            <a:r>
              <a:rPr lang="en-US" b="1" i="0" dirty="0">
                <a:effectLst/>
                <a:latin typeface="-apple-system"/>
              </a:rPr>
              <a:t>The 5-Step Process</a:t>
            </a:r>
            <a:r>
              <a:rPr lang="en-US" b="0" i="0" dirty="0">
                <a:effectLst/>
                <a:latin typeface="-apple-system"/>
              </a:rPr>
              <a:t>:</a:t>
            </a:r>
          </a:p>
          <a:p>
            <a:pPr algn="l">
              <a:buFont typeface="+mj-lt"/>
              <a:buAutoNum type="arabicPeriod"/>
            </a:pPr>
            <a:r>
              <a:rPr lang="en-US" b="1" i="0" dirty="0">
                <a:effectLst/>
                <a:latin typeface="-apple-system"/>
              </a:rPr>
              <a:t>Define the decision and uncertainties</a:t>
            </a:r>
            <a:r>
              <a:rPr lang="en-US" b="0" i="0" dirty="0">
                <a:effectLst/>
                <a:latin typeface="-apple-system"/>
              </a:rPr>
              <a:t> - What exactly are we deciding, and what don't we know?</a:t>
            </a:r>
          </a:p>
          <a:p>
            <a:pPr algn="l">
              <a:buFont typeface="+mj-lt"/>
              <a:buAutoNum type="arabicPeriod"/>
            </a:pPr>
            <a:r>
              <a:rPr lang="en-US" b="1" i="0" dirty="0">
                <a:effectLst/>
                <a:latin typeface="-apple-system"/>
              </a:rPr>
              <a:t>Determine what measurements matter</a:t>
            </a:r>
            <a:r>
              <a:rPr lang="en-US" b="0" i="0" dirty="0">
                <a:effectLst/>
                <a:latin typeface="-apple-system"/>
              </a:rPr>
              <a:t> - Which uncertainties are actually worth resolving?</a:t>
            </a:r>
          </a:p>
          <a:p>
            <a:pPr algn="l">
              <a:buFont typeface="+mj-lt"/>
              <a:buAutoNum type="arabicPeriod"/>
            </a:pPr>
            <a:r>
              <a:rPr lang="en-US" b="1" i="0" dirty="0">
                <a:effectLst/>
                <a:latin typeface="-apple-system"/>
              </a:rPr>
              <a:t>Measure highest-value items</a:t>
            </a:r>
            <a:r>
              <a:rPr lang="en-US" b="0" i="0" dirty="0">
                <a:effectLst/>
                <a:latin typeface="-apple-system"/>
              </a:rPr>
              <a:t> - Collect evidence on the most valuable uncertainties</a:t>
            </a:r>
          </a:p>
          <a:p>
            <a:pPr algn="l">
              <a:buFont typeface="+mj-lt"/>
              <a:buAutoNum type="arabicPeriod"/>
            </a:pPr>
            <a:r>
              <a:rPr lang="en-US" b="1" i="0" dirty="0">
                <a:effectLst/>
                <a:latin typeface="-apple-system"/>
              </a:rPr>
              <a:t>Use information to update beliefs</a:t>
            </a:r>
            <a:r>
              <a:rPr lang="en-US" b="0" i="0" dirty="0">
                <a:effectLst/>
                <a:latin typeface="-apple-system"/>
              </a:rPr>
              <a:t> - Incorporate new data into our understanding</a:t>
            </a:r>
          </a:p>
          <a:p>
            <a:pPr algn="l">
              <a:buFont typeface="+mj-lt"/>
              <a:buAutoNum type="arabicPeriod"/>
            </a:pPr>
            <a:r>
              <a:rPr lang="en-US" b="1" i="0" dirty="0">
                <a:effectLst/>
                <a:latin typeface="-apple-system"/>
              </a:rPr>
              <a:t>Make the decision</a:t>
            </a:r>
            <a:r>
              <a:rPr lang="en-US" b="0" i="0" dirty="0">
                <a:effectLst/>
                <a:latin typeface="-apple-system"/>
              </a:rPr>
              <a:t> - Choose based on expected value</a:t>
            </a:r>
          </a:p>
          <a:p>
            <a:pPr algn="l">
              <a:spcAft>
                <a:spcPts val="1200"/>
              </a:spcAft>
              <a:buNone/>
            </a:pPr>
            <a:r>
              <a:rPr lang="en-US" b="0" i="0" dirty="0">
                <a:effectLst/>
                <a:latin typeface="-apple-system"/>
              </a:rPr>
              <a:t>AIE methodology is extensively covered in Hubbard's seminal work:</a:t>
            </a:r>
          </a:p>
          <a:p>
            <a:pPr algn="l">
              <a:buFont typeface="Arial" panose="020B0604020202020204" pitchFamily="34" charset="0"/>
              <a:buChar char="•"/>
            </a:pPr>
            <a:r>
              <a:rPr lang="en-US" b="0" i="0" dirty="0">
                <a:effectLst/>
                <a:latin typeface="-apple-system"/>
              </a:rPr>
              <a:t>Hubbard, D. W. (2014). </a:t>
            </a:r>
            <a:r>
              <a:rPr lang="en-US" b="0" i="1" dirty="0">
                <a:effectLst/>
                <a:latin typeface="-apple-system"/>
              </a:rPr>
              <a:t>How to Measure Anything: Finding the Value of "Intangibles" in Business</a:t>
            </a:r>
            <a:r>
              <a:rPr lang="en-US" b="0" i="0" dirty="0">
                <a:effectLst/>
                <a:latin typeface="-apple-system"/>
              </a:rPr>
              <a:t> (3rd ed.). Wiley.</a:t>
            </a:r>
          </a:p>
          <a:p>
            <a:pPr algn="l">
              <a:buFont typeface="Arial" panose="020B0604020202020204" pitchFamily="34" charset="0"/>
              <a:buChar char="•"/>
            </a:pPr>
            <a:r>
              <a:rPr lang="en-US" b="0" i="0" dirty="0">
                <a:effectLst/>
                <a:latin typeface="-apple-system"/>
              </a:rPr>
              <a:t>Hubbard, D. W. (2018). </a:t>
            </a:r>
            <a:r>
              <a:rPr lang="en-US" b="0" i="1" dirty="0">
                <a:effectLst/>
                <a:latin typeface="-apple-system"/>
              </a:rPr>
              <a:t>The Failure of Risk Management: Why It's Broken and How to Fix It</a:t>
            </a:r>
            <a:r>
              <a:rPr lang="en-US" b="0" i="0" dirty="0">
                <a:effectLst/>
                <a:latin typeface="-apple-system"/>
              </a:rPr>
              <a:t>. Wiley.</a:t>
            </a:r>
          </a:p>
        </p:txBody>
      </p:sp>
      <p:sp>
        <p:nvSpPr>
          <p:cNvPr id="14" name="BJPseudoFooter">
            <a:extLst>
              <a:ext uri="{FF2B5EF4-FFF2-40B4-BE49-F238E27FC236}">
                <a16:creationId xmlns:a16="http://schemas.microsoft.com/office/drawing/2014/main" id="{0F39DC5F-03DE-DE68-26C1-8BA574ABBE5E}"/>
              </a:ext>
            </a:extLst>
          </p:cNvPr>
          <p:cNvSpPr txBox="1"/>
          <p:nvPr>
            <p:custDataLst>
              <p:tags r:id="rId1"/>
            </p:custDataLst>
          </p:nvPr>
        </p:nvSpPr>
        <p:spPr>
          <a:xfrm>
            <a:off x="3963044" y="6519446"/>
            <a:ext cx="4265911" cy="338554"/>
          </a:xfrm>
          <a:prstGeom prst="rect">
            <a:avLst/>
          </a:prstGeom>
          <a:noFill/>
        </p:spPr>
        <p:txBody>
          <a:bodyPr vert="horz" wrap="none" rtlCol="0">
            <a:spAutoFit/>
          </a:bodyPr>
          <a:lstStyle/>
          <a:p>
            <a:pPr algn="ctr"/>
            <a:r>
              <a:rPr lang="en-US" sz="800">
                <a:solidFill>
                  <a:srgbClr val="000000"/>
                </a:solidFill>
              </a:rPr>
              <a:t>RTX Corporation (Corporate) - Company Use
This document does not contain any export controlled technical material/data/information.</a:t>
            </a:r>
          </a:p>
        </p:txBody>
      </p:sp>
    </p:spTree>
    <p:extLst>
      <p:ext uri="{BB962C8B-B14F-4D97-AF65-F5344CB8AC3E}">
        <p14:creationId xmlns:p14="http://schemas.microsoft.com/office/powerpoint/2010/main" val="737943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BCFF8-3406-B8AE-4C2D-662A2F8C4A68}"/>
            </a:ext>
          </a:extLst>
        </p:cNvPr>
        <p:cNvGrpSpPr/>
        <p:nvPr/>
      </p:nvGrpSpPr>
      <p:grpSpPr>
        <a:xfrm>
          <a:off x="0" y="0"/>
          <a:ext cx="0" cy="0"/>
          <a:chOff x="0" y="0"/>
          <a:chExt cx="0" cy="0"/>
        </a:xfrm>
      </p:grpSpPr>
      <p:sp>
        <p:nvSpPr>
          <p:cNvPr id="449" name="Title 448">
            <a:extLst>
              <a:ext uri="{FF2B5EF4-FFF2-40B4-BE49-F238E27FC236}">
                <a16:creationId xmlns:a16="http://schemas.microsoft.com/office/drawing/2014/main" id="{967EE1CA-6639-8764-F5B0-8D7FE6D18371}"/>
              </a:ext>
            </a:extLst>
          </p:cNvPr>
          <p:cNvSpPr>
            <a:spLocks noGrp="1"/>
          </p:cNvSpPr>
          <p:nvPr>
            <p:ph type="title"/>
          </p:nvPr>
        </p:nvSpPr>
        <p:spPr>
          <a:xfrm>
            <a:off x="694944" y="466347"/>
            <a:ext cx="3224745" cy="2352568"/>
          </a:xfrm>
        </p:spPr>
        <p:txBody>
          <a:bodyPr/>
          <a:lstStyle/>
          <a:p>
            <a:r>
              <a:rPr lang="en-US" dirty="0"/>
              <a:t>Section 3: </a:t>
            </a:r>
            <a:br>
              <a:rPr lang="en-US" dirty="0"/>
            </a:br>
            <a:r>
              <a:rPr lang="en-US" dirty="0"/>
              <a:t>Step 1 - Define the Decision &amp; Uncertainties</a:t>
            </a:r>
            <a:br>
              <a:rPr lang="en-US" dirty="0"/>
            </a:br>
            <a:br>
              <a:rPr lang="en-US" dirty="0"/>
            </a:br>
            <a:endParaRPr lang="en-US" dirty="0"/>
          </a:p>
        </p:txBody>
      </p:sp>
      <p:sp>
        <p:nvSpPr>
          <p:cNvPr id="451" name="Text Placeholder 450">
            <a:extLst>
              <a:ext uri="{FF2B5EF4-FFF2-40B4-BE49-F238E27FC236}">
                <a16:creationId xmlns:a16="http://schemas.microsoft.com/office/drawing/2014/main" id="{FD6A4BD8-DD63-3B50-1C62-7A6D4AD1A118}"/>
              </a:ext>
            </a:extLst>
          </p:cNvPr>
          <p:cNvSpPr>
            <a:spLocks noGrp="1"/>
          </p:cNvSpPr>
          <p:nvPr>
            <p:ph type="body" sz="quarter" idx="15"/>
          </p:nvPr>
        </p:nvSpPr>
        <p:spPr>
          <a:xfrm>
            <a:off x="694944" y="5619539"/>
            <a:ext cx="10820399" cy="566309"/>
          </a:xfrm>
        </p:spPr>
        <p:txBody>
          <a:bodyPr/>
          <a:lstStyle/>
          <a:p>
            <a:r>
              <a:rPr lang="en-US" b="0" dirty="0"/>
              <a:t>This step aligns with Hubbard's emphasis on precise problem definition in </a:t>
            </a:r>
            <a:r>
              <a:rPr lang="en-US" b="0" i="1" dirty="0"/>
              <a:t>How to Measure Anything</a:t>
            </a:r>
            <a:r>
              <a:rPr lang="en-US" b="0" dirty="0"/>
              <a:t> (Chapter 2: "The Problem-Solving Process").</a:t>
            </a:r>
            <a:endParaRPr lang="en-US" dirty="0"/>
          </a:p>
        </p:txBody>
      </p:sp>
      <p:sp>
        <p:nvSpPr>
          <p:cNvPr id="3" name="Slide Number Placeholder 2">
            <a:extLst>
              <a:ext uri="{FF2B5EF4-FFF2-40B4-BE49-F238E27FC236}">
                <a16:creationId xmlns:a16="http://schemas.microsoft.com/office/drawing/2014/main" id="{FE185824-B4C5-6D59-A2A6-58B7B0BBA407}"/>
              </a:ext>
            </a:extLst>
          </p:cNvPr>
          <p:cNvSpPr>
            <a:spLocks noGrp="1"/>
          </p:cNvSpPr>
          <p:nvPr>
            <p:ph type="sldNum" sz="quarter" idx="4"/>
          </p:nvPr>
        </p:nvSpPr>
        <p:spPr>
          <a:xfrm>
            <a:off x="10983397" y="6433754"/>
            <a:ext cx="531946" cy="365125"/>
          </a:xfrm>
        </p:spPr>
        <p:txBody>
          <a:bodyPr/>
          <a:lstStyle/>
          <a:p>
            <a:fld id="{07165E6F-54ED-4977-A15E-D44BE7238A65}" type="slidenum">
              <a:rPr lang="en-US" smtClean="0"/>
              <a:pPr/>
              <a:t>6</a:t>
            </a:fld>
            <a:endParaRPr lang="en-US"/>
          </a:p>
        </p:txBody>
      </p:sp>
      <p:sp>
        <p:nvSpPr>
          <p:cNvPr id="9" name="TextBox 8">
            <a:extLst>
              <a:ext uri="{FF2B5EF4-FFF2-40B4-BE49-F238E27FC236}">
                <a16:creationId xmlns:a16="http://schemas.microsoft.com/office/drawing/2014/main" id="{ECC691C7-D91C-7EA4-B3A6-F69F3FF9AFBD}"/>
              </a:ext>
            </a:extLst>
          </p:cNvPr>
          <p:cNvSpPr txBox="1"/>
          <p:nvPr/>
        </p:nvSpPr>
        <p:spPr>
          <a:xfrm>
            <a:off x="4124993" y="289594"/>
            <a:ext cx="6095028" cy="5509200"/>
          </a:xfrm>
          <a:prstGeom prst="rect">
            <a:avLst/>
          </a:prstGeom>
          <a:noFill/>
        </p:spPr>
        <p:txBody>
          <a:bodyPr wrap="square">
            <a:spAutoFit/>
          </a:bodyPr>
          <a:lstStyle/>
          <a:p>
            <a:pPr algn="l">
              <a:spcBef>
                <a:spcPts val="1800"/>
              </a:spcBef>
              <a:spcAft>
                <a:spcPts val="1200"/>
              </a:spcAft>
              <a:buNone/>
            </a:pPr>
            <a:r>
              <a:rPr lang="en-US" b="1" i="0" dirty="0">
                <a:effectLst/>
                <a:latin typeface="-apple-system"/>
              </a:rPr>
              <a:t>Process</a:t>
            </a:r>
          </a:p>
          <a:p>
            <a:pPr algn="l">
              <a:buFont typeface="+mj-lt"/>
              <a:buAutoNum type="arabicPeriod"/>
            </a:pPr>
            <a:r>
              <a:rPr lang="en-US" b="1" i="0" dirty="0">
                <a:effectLst/>
                <a:latin typeface="-apple-system"/>
              </a:rPr>
              <a:t>Select or customize a scenario</a:t>
            </a:r>
            <a:r>
              <a:rPr lang="en-US" b="0" i="0" dirty="0">
                <a:effectLst/>
                <a:latin typeface="-apple-system"/>
              </a:rPr>
              <a:t> from the library:</a:t>
            </a:r>
          </a:p>
          <a:p>
            <a:pPr marL="742950" lvl="1" indent="-285750" algn="l">
              <a:buFont typeface="+mj-lt"/>
              <a:buAutoNum type="arabicPeriod"/>
            </a:pPr>
            <a:r>
              <a:rPr lang="en-US" b="0" i="0" dirty="0">
                <a:effectLst/>
                <a:latin typeface="-apple-system"/>
              </a:rPr>
              <a:t>Pump maintenance (preventive vs reactive)</a:t>
            </a:r>
          </a:p>
          <a:p>
            <a:pPr marL="742950" lvl="1" indent="-285750" algn="l">
              <a:buFont typeface="+mj-lt"/>
              <a:buAutoNum type="arabicPeriod"/>
            </a:pPr>
            <a:r>
              <a:rPr lang="en-US" b="0" i="0" dirty="0">
                <a:effectLst/>
                <a:latin typeface="-apple-system"/>
              </a:rPr>
              <a:t>Conveyor gearbox (predictive vs scheduled)</a:t>
            </a:r>
          </a:p>
          <a:p>
            <a:pPr marL="742950" lvl="1" indent="-285750" algn="l">
              <a:buFont typeface="+mj-lt"/>
              <a:buAutoNum type="arabicPeriod"/>
            </a:pPr>
            <a:r>
              <a:rPr lang="en-US" b="0" i="0" dirty="0">
                <a:effectLst/>
                <a:latin typeface="-apple-system"/>
              </a:rPr>
              <a:t>Safety valve (inspection intervals)</a:t>
            </a:r>
          </a:p>
          <a:p>
            <a:pPr algn="l">
              <a:buFont typeface="+mj-lt"/>
              <a:buAutoNum type="arabicPeriod"/>
            </a:pPr>
            <a:r>
              <a:rPr lang="en-US" b="1" i="0" dirty="0">
                <a:effectLst/>
                <a:latin typeface="-apple-system"/>
              </a:rPr>
              <a:t>Key parameters to define</a:t>
            </a:r>
            <a:r>
              <a:rPr lang="en-US" b="0" i="0" dirty="0">
                <a:effectLst/>
                <a:latin typeface="-apple-system"/>
              </a:rPr>
              <a:t>:</a:t>
            </a:r>
          </a:p>
          <a:p>
            <a:pPr marL="742950" lvl="1" indent="-285750" algn="l">
              <a:buFont typeface="+mj-lt"/>
              <a:buAutoNum type="arabicPeriod"/>
            </a:pPr>
            <a:r>
              <a:rPr lang="en-US" b="0" i="0" dirty="0">
                <a:effectLst/>
                <a:latin typeface="-apple-system"/>
              </a:rPr>
              <a:t>Problem description (natural language)</a:t>
            </a:r>
          </a:p>
          <a:p>
            <a:pPr marL="742950" lvl="1" indent="-285750" algn="l">
              <a:buFont typeface="+mj-lt"/>
              <a:buAutoNum type="arabicPeriod"/>
            </a:pPr>
            <a:r>
              <a:rPr lang="en-US" b="0" i="0" dirty="0">
                <a:effectLst/>
                <a:latin typeface="-apple-system"/>
              </a:rPr>
              <a:t>Decision options (exactly 2)</a:t>
            </a:r>
          </a:p>
          <a:p>
            <a:pPr marL="742950" lvl="1" indent="-285750" algn="l">
              <a:buFont typeface="+mj-lt"/>
              <a:buAutoNum type="arabicPeriod"/>
            </a:pPr>
            <a:r>
              <a:rPr lang="en-US" b="0" i="0" dirty="0">
                <a:effectLst/>
                <a:latin typeface="-apple-system"/>
              </a:rPr>
              <a:t>Objective (what we're optimizing)</a:t>
            </a:r>
          </a:p>
          <a:p>
            <a:pPr marL="742950" lvl="1" indent="-285750" algn="l">
              <a:buFont typeface="+mj-lt"/>
              <a:buAutoNum type="arabicPeriod"/>
            </a:pPr>
            <a:r>
              <a:rPr lang="en-US" b="0" i="0" dirty="0">
                <a:effectLst/>
                <a:latin typeface="-apple-system"/>
              </a:rPr>
              <a:t>Time horizon</a:t>
            </a:r>
          </a:p>
          <a:p>
            <a:pPr marL="742950" lvl="1" indent="-285750" algn="l">
              <a:buFont typeface="+mj-lt"/>
              <a:buAutoNum type="arabicPeriod"/>
            </a:pPr>
            <a:r>
              <a:rPr lang="en-US" b="0" i="0" dirty="0">
                <a:effectLst/>
                <a:latin typeface="-apple-system"/>
              </a:rPr>
              <a:t>Cost structure</a:t>
            </a:r>
          </a:p>
          <a:p>
            <a:pPr marL="742950" lvl="1" indent="-285750" algn="l">
              <a:buFont typeface="+mj-lt"/>
              <a:buAutoNum type="arabicPeriod"/>
            </a:pPr>
            <a:r>
              <a:rPr lang="en-US" b="0" i="0" dirty="0">
                <a:effectLst/>
                <a:latin typeface="-apple-system"/>
              </a:rPr>
              <a:t>Observed data</a:t>
            </a:r>
          </a:p>
          <a:p>
            <a:pPr marL="742950" lvl="1" indent="-285750" algn="l">
              <a:buFont typeface="+mj-lt"/>
              <a:buAutoNum type="arabicPeriod"/>
            </a:pPr>
            <a:r>
              <a:rPr lang="en-US" b="0" i="0" dirty="0">
                <a:effectLst/>
                <a:latin typeface="-apple-system"/>
              </a:rPr>
              <a:t>Industry benchmarks</a:t>
            </a:r>
            <a:endParaRPr lang="en-US" dirty="0">
              <a:latin typeface="-apple-system"/>
            </a:endParaRPr>
          </a:p>
          <a:p>
            <a:r>
              <a:rPr lang="en-US" b="1" dirty="0"/>
              <a:t>Why This Matters</a:t>
            </a:r>
          </a:p>
          <a:p>
            <a:r>
              <a:rPr lang="en-US" dirty="0"/>
              <a:t>A precise framing produces a precise model. Vague problem descriptions lead to vague solutions. The LLM parser in Section 4 will convert this structured input into a Bayesian model.</a:t>
            </a:r>
          </a:p>
          <a:p>
            <a:pPr marL="742950" lvl="1" indent="-285750" algn="l">
              <a:buFont typeface="+mj-lt"/>
              <a:buAutoNum type="arabicPeriod"/>
            </a:pPr>
            <a:endParaRPr lang="en-US" b="0" i="0" dirty="0">
              <a:effectLst/>
              <a:latin typeface="-apple-system"/>
            </a:endParaRPr>
          </a:p>
        </p:txBody>
      </p:sp>
      <p:sp>
        <p:nvSpPr>
          <p:cNvPr id="15" name="BJPseudoFooter">
            <a:extLst>
              <a:ext uri="{FF2B5EF4-FFF2-40B4-BE49-F238E27FC236}">
                <a16:creationId xmlns:a16="http://schemas.microsoft.com/office/drawing/2014/main" id="{5470AF9B-AC5E-9A45-60A8-930A36907E4F}"/>
              </a:ext>
            </a:extLst>
          </p:cNvPr>
          <p:cNvSpPr txBox="1"/>
          <p:nvPr>
            <p:custDataLst>
              <p:tags r:id="rId1"/>
            </p:custDataLst>
          </p:nvPr>
        </p:nvSpPr>
        <p:spPr>
          <a:xfrm>
            <a:off x="3963044" y="6519446"/>
            <a:ext cx="4265911" cy="338554"/>
          </a:xfrm>
          <a:prstGeom prst="rect">
            <a:avLst/>
          </a:prstGeom>
          <a:noFill/>
        </p:spPr>
        <p:txBody>
          <a:bodyPr vert="horz" wrap="none" rtlCol="0">
            <a:spAutoFit/>
          </a:bodyPr>
          <a:lstStyle/>
          <a:p>
            <a:pPr algn="ctr"/>
            <a:r>
              <a:rPr lang="en-US" sz="800">
                <a:solidFill>
                  <a:srgbClr val="000000"/>
                </a:solidFill>
              </a:rPr>
              <a:t>RTX Corporation (Corporate) - Company Use
This document does not contain any export controlled technical material/data/information.</a:t>
            </a:r>
          </a:p>
        </p:txBody>
      </p:sp>
    </p:spTree>
    <p:extLst>
      <p:ext uri="{BB962C8B-B14F-4D97-AF65-F5344CB8AC3E}">
        <p14:creationId xmlns:p14="http://schemas.microsoft.com/office/powerpoint/2010/main" val="32991147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E55F9-E3DD-2C54-2596-B8747E92121E}"/>
            </a:ext>
          </a:extLst>
        </p:cNvPr>
        <p:cNvGrpSpPr/>
        <p:nvPr/>
      </p:nvGrpSpPr>
      <p:grpSpPr>
        <a:xfrm>
          <a:off x="0" y="0"/>
          <a:ext cx="0" cy="0"/>
          <a:chOff x="0" y="0"/>
          <a:chExt cx="0" cy="0"/>
        </a:xfrm>
      </p:grpSpPr>
      <p:sp>
        <p:nvSpPr>
          <p:cNvPr id="449" name="Title 448">
            <a:extLst>
              <a:ext uri="{FF2B5EF4-FFF2-40B4-BE49-F238E27FC236}">
                <a16:creationId xmlns:a16="http://schemas.microsoft.com/office/drawing/2014/main" id="{43B1F72A-AF30-D050-C9CD-D4D1CB19963F}"/>
              </a:ext>
            </a:extLst>
          </p:cNvPr>
          <p:cNvSpPr>
            <a:spLocks noGrp="1"/>
          </p:cNvSpPr>
          <p:nvPr>
            <p:ph type="title"/>
          </p:nvPr>
        </p:nvSpPr>
        <p:spPr>
          <a:xfrm>
            <a:off x="694944" y="466347"/>
            <a:ext cx="3224745" cy="2352568"/>
          </a:xfrm>
        </p:spPr>
        <p:txBody>
          <a:bodyPr/>
          <a:lstStyle/>
          <a:p>
            <a:r>
              <a:rPr lang="en-US" dirty="0"/>
              <a:t>Section 4: </a:t>
            </a:r>
            <a:br>
              <a:rPr lang="en-US" dirty="0"/>
            </a:br>
            <a:r>
              <a:rPr lang="en-US" dirty="0"/>
              <a:t>Step 2 - LLM Problem Parser → JSON</a:t>
            </a:r>
            <a:br>
              <a:rPr lang="en-US" dirty="0"/>
            </a:br>
            <a:br>
              <a:rPr lang="en-US" dirty="0"/>
            </a:br>
            <a:br>
              <a:rPr lang="en-US" dirty="0"/>
            </a:br>
            <a:endParaRPr lang="en-US" dirty="0"/>
          </a:p>
        </p:txBody>
      </p:sp>
      <p:sp>
        <p:nvSpPr>
          <p:cNvPr id="451" name="Text Placeholder 450">
            <a:extLst>
              <a:ext uri="{FF2B5EF4-FFF2-40B4-BE49-F238E27FC236}">
                <a16:creationId xmlns:a16="http://schemas.microsoft.com/office/drawing/2014/main" id="{329A8406-2141-5BCC-8B6C-F852A67F29A8}"/>
              </a:ext>
            </a:extLst>
          </p:cNvPr>
          <p:cNvSpPr>
            <a:spLocks noGrp="1"/>
          </p:cNvSpPr>
          <p:nvPr>
            <p:ph type="body" sz="quarter" idx="15"/>
          </p:nvPr>
        </p:nvSpPr>
        <p:spPr>
          <a:xfrm>
            <a:off x="694944" y="5466502"/>
            <a:ext cx="10820399" cy="812530"/>
          </a:xfrm>
        </p:spPr>
        <p:txBody>
          <a:bodyPr/>
          <a:lstStyle/>
          <a:p>
            <a:r>
              <a:rPr lang="en-US" dirty="0"/>
              <a:t>This automated parsing approach exemplifies the "Measurement Process" described in Hubbard's </a:t>
            </a:r>
            <a:r>
              <a:rPr lang="en-US" i="1" dirty="0"/>
              <a:t>How to Measure Anything</a:t>
            </a:r>
            <a:r>
              <a:rPr lang="en-US" dirty="0"/>
              <a:t> (Chapter 3) and leverages modern AI capabilities to accelerate the measurement identification phase.</a:t>
            </a:r>
          </a:p>
        </p:txBody>
      </p:sp>
      <p:sp>
        <p:nvSpPr>
          <p:cNvPr id="3" name="Slide Number Placeholder 2">
            <a:extLst>
              <a:ext uri="{FF2B5EF4-FFF2-40B4-BE49-F238E27FC236}">
                <a16:creationId xmlns:a16="http://schemas.microsoft.com/office/drawing/2014/main" id="{866BA0FF-468B-FA1A-4F3F-42634C609A4F}"/>
              </a:ext>
            </a:extLst>
          </p:cNvPr>
          <p:cNvSpPr>
            <a:spLocks noGrp="1"/>
          </p:cNvSpPr>
          <p:nvPr>
            <p:ph type="sldNum" sz="quarter" idx="4"/>
          </p:nvPr>
        </p:nvSpPr>
        <p:spPr>
          <a:xfrm>
            <a:off x="10983397" y="6433754"/>
            <a:ext cx="531946" cy="365125"/>
          </a:xfrm>
        </p:spPr>
        <p:txBody>
          <a:bodyPr/>
          <a:lstStyle/>
          <a:p>
            <a:fld id="{07165E6F-54ED-4977-A15E-D44BE7238A65}" type="slidenum">
              <a:rPr lang="en-US" smtClean="0"/>
              <a:pPr/>
              <a:t>7</a:t>
            </a:fld>
            <a:endParaRPr lang="en-US"/>
          </a:p>
        </p:txBody>
      </p:sp>
      <p:sp>
        <p:nvSpPr>
          <p:cNvPr id="6" name="TextBox 5">
            <a:extLst>
              <a:ext uri="{FF2B5EF4-FFF2-40B4-BE49-F238E27FC236}">
                <a16:creationId xmlns:a16="http://schemas.microsoft.com/office/drawing/2014/main" id="{F5B27390-7864-1077-6476-138C937A8448}"/>
              </a:ext>
            </a:extLst>
          </p:cNvPr>
          <p:cNvSpPr txBox="1"/>
          <p:nvPr/>
        </p:nvSpPr>
        <p:spPr>
          <a:xfrm>
            <a:off x="5261841" y="214471"/>
            <a:ext cx="6424770" cy="5109091"/>
          </a:xfrm>
          <a:prstGeom prst="rect">
            <a:avLst/>
          </a:prstGeom>
          <a:noFill/>
        </p:spPr>
        <p:txBody>
          <a:bodyPr wrap="square">
            <a:spAutoFit/>
          </a:bodyPr>
          <a:lstStyle/>
          <a:p>
            <a:pPr algn="l">
              <a:spcBef>
                <a:spcPts val="1800"/>
              </a:spcBef>
              <a:spcAft>
                <a:spcPts val="1200"/>
              </a:spcAft>
              <a:buNone/>
            </a:pPr>
            <a:r>
              <a:rPr lang="en-US" b="1" i="0" dirty="0">
                <a:effectLst/>
                <a:latin typeface="-apple-system"/>
              </a:rPr>
              <a:t>Objective - </a:t>
            </a:r>
            <a:r>
              <a:rPr lang="en-US" b="0" i="0" dirty="0">
                <a:effectLst/>
                <a:latin typeface="-apple-system"/>
              </a:rPr>
              <a:t>Convert the natural language problem description into a structured Bayesian model.</a:t>
            </a:r>
          </a:p>
          <a:p>
            <a:pPr algn="l">
              <a:spcAft>
                <a:spcPts val="1200"/>
              </a:spcAft>
              <a:buNone/>
            </a:pPr>
            <a:r>
              <a:rPr lang="en-US" b="1" i="0" dirty="0">
                <a:effectLst/>
                <a:latin typeface="-apple-system"/>
              </a:rPr>
              <a:t>Process</a:t>
            </a:r>
          </a:p>
          <a:p>
            <a:pPr algn="l">
              <a:buFont typeface="+mj-lt"/>
              <a:buAutoNum type="arabicPeriod"/>
            </a:pPr>
            <a:r>
              <a:rPr lang="en-US" b="1" i="0" dirty="0">
                <a:effectLst/>
                <a:latin typeface="-apple-system"/>
              </a:rPr>
              <a:t>Send problem description to LLM</a:t>
            </a:r>
            <a:r>
              <a:rPr lang="en-US" b="0" i="0" dirty="0">
                <a:effectLst/>
                <a:latin typeface="-apple-system"/>
              </a:rPr>
              <a:t> with specific instructions:</a:t>
            </a:r>
          </a:p>
          <a:p>
            <a:pPr marL="742950" lvl="1" indent="-285750" algn="l">
              <a:buFont typeface="+mj-lt"/>
              <a:buAutoNum type="arabicPeriod"/>
            </a:pPr>
            <a:r>
              <a:rPr lang="en-US" b="0" i="0" dirty="0">
                <a:effectLst/>
                <a:latin typeface="-apple-system"/>
              </a:rPr>
              <a:t>Identify all uncertain quantities (measurement nodes)</a:t>
            </a:r>
          </a:p>
          <a:p>
            <a:pPr marL="742950" lvl="1" indent="-285750" algn="l">
              <a:buFont typeface="+mj-lt"/>
              <a:buAutoNum type="arabicPeriod"/>
            </a:pPr>
            <a:r>
              <a:rPr lang="en-US" b="0" i="0" dirty="0">
                <a:effectLst/>
                <a:latin typeface="-apple-system"/>
              </a:rPr>
              <a:t>Assign appropriate probability distributions</a:t>
            </a:r>
          </a:p>
          <a:p>
            <a:pPr marL="742950" lvl="1" indent="-285750" algn="l">
              <a:buFont typeface="+mj-lt"/>
              <a:buAutoNum type="arabicPeriod"/>
            </a:pPr>
            <a:r>
              <a:rPr lang="en-US" b="0" i="0" dirty="0">
                <a:effectLst/>
                <a:latin typeface="-apple-system"/>
              </a:rPr>
              <a:t>Specify node roles (prior, likelihood, posterior, etc.)</a:t>
            </a:r>
          </a:p>
          <a:p>
            <a:pPr marL="742950" lvl="1" indent="-285750" algn="l">
              <a:buFont typeface="+mj-lt"/>
              <a:buAutoNum type="arabicPeriod"/>
            </a:pPr>
            <a:r>
              <a:rPr lang="en-US" b="0" i="0" dirty="0">
                <a:effectLst/>
                <a:latin typeface="-apple-system"/>
              </a:rPr>
              <a:t>Justify distribution choices</a:t>
            </a:r>
          </a:p>
          <a:p>
            <a:pPr algn="l">
              <a:buFont typeface="+mj-lt"/>
              <a:buAutoNum type="arabicPeriod"/>
            </a:pPr>
            <a:r>
              <a:rPr lang="en-US" b="1" i="0" dirty="0">
                <a:effectLst/>
                <a:latin typeface="-apple-system"/>
              </a:rPr>
              <a:t>LLM Output Structure</a:t>
            </a:r>
          </a:p>
          <a:p>
            <a:pPr algn="l">
              <a:buFont typeface="+mj-lt"/>
              <a:buAutoNum type="arabicPeriod"/>
            </a:pPr>
            <a:r>
              <a:rPr lang="en-US" b="1" dirty="0">
                <a:latin typeface="-apple-system"/>
              </a:rPr>
              <a:t> </a:t>
            </a:r>
            <a:r>
              <a:rPr lang="en-US" b="1" dirty="0"/>
              <a:t>Validation &amp; Repair</a:t>
            </a:r>
            <a:r>
              <a:rPr lang="en-US" dirty="0"/>
              <a:t>:</a:t>
            </a:r>
          </a:p>
          <a:p>
            <a:pPr lvl="1"/>
            <a:r>
              <a:rPr lang="en-US" dirty="0"/>
              <a:t>Check against canonical schema</a:t>
            </a:r>
          </a:p>
          <a:p>
            <a:pPr lvl="1"/>
            <a:r>
              <a:rPr lang="en-US" dirty="0"/>
              <a:t>Automatically repair common LLM errors</a:t>
            </a:r>
          </a:p>
          <a:p>
            <a:pPr lvl="1"/>
            <a:r>
              <a:rPr lang="en-US" dirty="0"/>
              <a:t>Preserve valid LLM content</a:t>
            </a:r>
          </a:p>
          <a:p>
            <a:r>
              <a:rPr lang="en-US" b="1" dirty="0"/>
              <a:t>Fallback Option</a:t>
            </a:r>
          </a:p>
          <a:p>
            <a:r>
              <a:rPr lang="en-US" dirty="0"/>
              <a:t>If LLM is unavailable, use procedural template that builds Gamma-Poisson model from decision frame parameters.</a:t>
            </a:r>
          </a:p>
          <a:p>
            <a:pPr algn="l">
              <a:buFont typeface="+mj-lt"/>
              <a:buAutoNum type="arabicPeriod"/>
            </a:pPr>
            <a:endParaRPr lang="en-US" b="0" i="0" dirty="0">
              <a:effectLst/>
              <a:latin typeface="-apple-system"/>
            </a:endParaRPr>
          </a:p>
        </p:txBody>
      </p:sp>
      <p:pic>
        <p:nvPicPr>
          <p:cNvPr id="8" name="Picture 7">
            <a:extLst>
              <a:ext uri="{FF2B5EF4-FFF2-40B4-BE49-F238E27FC236}">
                <a16:creationId xmlns:a16="http://schemas.microsoft.com/office/drawing/2014/main" id="{3BDA592C-1C0F-A33C-2608-D7FD65779FB5}"/>
              </a:ext>
            </a:extLst>
          </p:cNvPr>
          <p:cNvPicPr>
            <a:picLocks noChangeAspect="1"/>
          </p:cNvPicPr>
          <p:nvPr/>
        </p:nvPicPr>
        <p:blipFill>
          <a:blip r:embed="rId4"/>
          <a:stretch>
            <a:fillRect/>
          </a:stretch>
        </p:blipFill>
        <p:spPr>
          <a:xfrm>
            <a:off x="505390" y="2295565"/>
            <a:ext cx="4156185" cy="3157175"/>
          </a:xfrm>
          <a:prstGeom prst="rect">
            <a:avLst/>
          </a:prstGeom>
        </p:spPr>
      </p:pic>
      <p:sp>
        <p:nvSpPr>
          <p:cNvPr id="15" name="BJPseudoFooter">
            <a:extLst>
              <a:ext uri="{FF2B5EF4-FFF2-40B4-BE49-F238E27FC236}">
                <a16:creationId xmlns:a16="http://schemas.microsoft.com/office/drawing/2014/main" id="{9CEE4366-12EC-EAF6-5B74-3230C5DB24F3}"/>
              </a:ext>
            </a:extLst>
          </p:cNvPr>
          <p:cNvSpPr txBox="1"/>
          <p:nvPr>
            <p:custDataLst>
              <p:tags r:id="rId1"/>
            </p:custDataLst>
          </p:nvPr>
        </p:nvSpPr>
        <p:spPr>
          <a:xfrm>
            <a:off x="3963044" y="6519446"/>
            <a:ext cx="4265911" cy="338554"/>
          </a:xfrm>
          <a:prstGeom prst="rect">
            <a:avLst/>
          </a:prstGeom>
          <a:noFill/>
        </p:spPr>
        <p:txBody>
          <a:bodyPr vert="horz" wrap="none" rtlCol="0">
            <a:spAutoFit/>
          </a:bodyPr>
          <a:lstStyle/>
          <a:p>
            <a:pPr algn="ctr"/>
            <a:r>
              <a:rPr lang="en-US" sz="800">
                <a:solidFill>
                  <a:srgbClr val="000000"/>
                </a:solidFill>
              </a:rPr>
              <a:t>RTX Corporation (Corporate) - Company Use
This document does not contain any export controlled technical material/data/information.</a:t>
            </a:r>
          </a:p>
        </p:txBody>
      </p:sp>
    </p:spTree>
    <p:extLst>
      <p:ext uri="{BB962C8B-B14F-4D97-AF65-F5344CB8AC3E}">
        <p14:creationId xmlns:p14="http://schemas.microsoft.com/office/powerpoint/2010/main" val="35805977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3B181-2711-A1FE-BB5D-133DC06671A1}"/>
            </a:ext>
          </a:extLst>
        </p:cNvPr>
        <p:cNvGrpSpPr/>
        <p:nvPr/>
      </p:nvGrpSpPr>
      <p:grpSpPr>
        <a:xfrm>
          <a:off x="0" y="0"/>
          <a:ext cx="0" cy="0"/>
          <a:chOff x="0" y="0"/>
          <a:chExt cx="0" cy="0"/>
        </a:xfrm>
      </p:grpSpPr>
      <p:sp>
        <p:nvSpPr>
          <p:cNvPr id="449" name="Title 448">
            <a:extLst>
              <a:ext uri="{FF2B5EF4-FFF2-40B4-BE49-F238E27FC236}">
                <a16:creationId xmlns:a16="http://schemas.microsoft.com/office/drawing/2014/main" id="{C36AA74F-C586-F381-8881-072BC43E6DAD}"/>
              </a:ext>
            </a:extLst>
          </p:cNvPr>
          <p:cNvSpPr>
            <a:spLocks noGrp="1"/>
          </p:cNvSpPr>
          <p:nvPr>
            <p:ph type="title"/>
          </p:nvPr>
        </p:nvSpPr>
        <p:spPr>
          <a:xfrm>
            <a:off x="694944" y="466347"/>
            <a:ext cx="3224745" cy="2352568"/>
          </a:xfrm>
        </p:spPr>
        <p:txBody>
          <a:bodyPr/>
          <a:lstStyle/>
          <a:p>
            <a:r>
              <a:rPr lang="en-US" dirty="0"/>
              <a:t>Section 5: </a:t>
            </a:r>
            <a:br>
              <a:rPr lang="en-US" dirty="0"/>
            </a:br>
            <a:r>
              <a:rPr lang="en-US" dirty="0"/>
              <a:t>Step 3 - Value of Information (</a:t>
            </a:r>
            <a:r>
              <a:rPr lang="en-US" dirty="0" err="1"/>
              <a:t>VoI</a:t>
            </a:r>
            <a:r>
              <a:rPr lang="en-US" dirty="0"/>
              <a:t>) Ranking</a:t>
            </a:r>
            <a:br>
              <a:rPr lang="en-US" dirty="0"/>
            </a:br>
            <a:br>
              <a:rPr lang="en-US" dirty="0"/>
            </a:br>
            <a:br>
              <a:rPr lang="en-US" dirty="0"/>
            </a:br>
            <a:br>
              <a:rPr lang="en-US" dirty="0"/>
            </a:br>
            <a:endParaRPr lang="en-US" dirty="0"/>
          </a:p>
        </p:txBody>
      </p:sp>
      <p:sp>
        <p:nvSpPr>
          <p:cNvPr id="451" name="Text Placeholder 450">
            <a:extLst>
              <a:ext uri="{FF2B5EF4-FFF2-40B4-BE49-F238E27FC236}">
                <a16:creationId xmlns:a16="http://schemas.microsoft.com/office/drawing/2014/main" id="{5E6574BD-F5C1-6DB5-F5C8-75A25167398B}"/>
              </a:ext>
            </a:extLst>
          </p:cNvPr>
          <p:cNvSpPr>
            <a:spLocks noGrp="1"/>
          </p:cNvSpPr>
          <p:nvPr>
            <p:ph type="body" sz="quarter" idx="15"/>
          </p:nvPr>
        </p:nvSpPr>
        <p:spPr>
          <a:xfrm>
            <a:off x="694944" y="5466502"/>
            <a:ext cx="10820399" cy="812530"/>
          </a:xfrm>
        </p:spPr>
        <p:txBody>
          <a:bodyPr/>
          <a:lstStyle/>
          <a:p>
            <a:r>
              <a:rPr lang="en-US" b="0" dirty="0"/>
              <a:t>The EVPI calculation is fundamental to Hubbard's approach and is thoroughly explained in </a:t>
            </a:r>
            <a:r>
              <a:rPr lang="en-US" b="0" i="1" dirty="0"/>
              <a:t>How to Measure Anything</a:t>
            </a:r>
            <a:r>
              <a:rPr lang="en-US" b="0" dirty="0"/>
              <a:t> (Chapter 4: "The Value of Information"). This quantitative approach ensures that measurement efforts are directed toward the most impactful uncertainties.</a:t>
            </a:r>
            <a:endParaRPr lang="en-US" dirty="0"/>
          </a:p>
        </p:txBody>
      </p:sp>
      <p:sp>
        <p:nvSpPr>
          <p:cNvPr id="3" name="Slide Number Placeholder 2">
            <a:extLst>
              <a:ext uri="{FF2B5EF4-FFF2-40B4-BE49-F238E27FC236}">
                <a16:creationId xmlns:a16="http://schemas.microsoft.com/office/drawing/2014/main" id="{7FB01247-64A3-6BC7-E461-893CC5CB1F29}"/>
              </a:ext>
            </a:extLst>
          </p:cNvPr>
          <p:cNvSpPr>
            <a:spLocks noGrp="1"/>
          </p:cNvSpPr>
          <p:nvPr>
            <p:ph type="sldNum" sz="quarter" idx="4"/>
          </p:nvPr>
        </p:nvSpPr>
        <p:spPr>
          <a:xfrm>
            <a:off x="10983397" y="6433754"/>
            <a:ext cx="531946" cy="365125"/>
          </a:xfrm>
        </p:spPr>
        <p:txBody>
          <a:bodyPr/>
          <a:lstStyle/>
          <a:p>
            <a:fld id="{07165E6F-54ED-4977-A15E-D44BE7238A65}" type="slidenum">
              <a:rPr lang="en-US" smtClean="0"/>
              <a:pPr/>
              <a:t>8</a:t>
            </a:fld>
            <a:endParaRPr lang="en-US"/>
          </a:p>
        </p:txBody>
      </p:sp>
      <p:sp>
        <p:nvSpPr>
          <p:cNvPr id="7" name="TextBox 6">
            <a:extLst>
              <a:ext uri="{FF2B5EF4-FFF2-40B4-BE49-F238E27FC236}">
                <a16:creationId xmlns:a16="http://schemas.microsoft.com/office/drawing/2014/main" id="{B7D1B5A6-5F42-E379-6A33-97E7C4EC2CE6}"/>
              </a:ext>
            </a:extLst>
          </p:cNvPr>
          <p:cNvSpPr txBox="1"/>
          <p:nvPr/>
        </p:nvSpPr>
        <p:spPr>
          <a:xfrm>
            <a:off x="4888369" y="250418"/>
            <a:ext cx="6095028" cy="5062924"/>
          </a:xfrm>
          <a:prstGeom prst="rect">
            <a:avLst/>
          </a:prstGeom>
          <a:noFill/>
        </p:spPr>
        <p:txBody>
          <a:bodyPr wrap="square">
            <a:spAutoFit/>
          </a:bodyPr>
          <a:lstStyle/>
          <a:p>
            <a:pPr algn="l">
              <a:spcBef>
                <a:spcPts val="1800"/>
              </a:spcBef>
              <a:spcAft>
                <a:spcPts val="1200"/>
              </a:spcAft>
              <a:buNone/>
            </a:pPr>
            <a:r>
              <a:rPr lang="en-US" b="1" i="0" dirty="0">
                <a:effectLst/>
                <a:latin typeface="-apple-system"/>
              </a:rPr>
              <a:t>Objective - </a:t>
            </a:r>
            <a:r>
              <a:rPr lang="en-US" b="0" i="0" dirty="0">
                <a:effectLst/>
                <a:latin typeface="-apple-system"/>
              </a:rPr>
              <a:t>Calculate Expected Value of Perfect Information (EVPI) for key uncertainties to determine what's worth measuring.</a:t>
            </a:r>
          </a:p>
          <a:p>
            <a:pPr algn="l">
              <a:spcBef>
                <a:spcPts val="1800"/>
              </a:spcBef>
              <a:spcAft>
                <a:spcPts val="1200"/>
              </a:spcAft>
              <a:buNone/>
            </a:pPr>
            <a:r>
              <a:rPr lang="en-US" b="1" i="0" dirty="0">
                <a:effectLst/>
                <a:latin typeface="-apple-system"/>
              </a:rPr>
              <a:t>Process</a:t>
            </a:r>
          </a:p>
          <a:p>
            <a:pPr algn="l">
              <a:buFont typeface="+mj-lt"/>
              <a:buAutoNum type="arabicPeriod"/>
            </a:pPr>
            <a:r>
              <a:rPr lang="en-US" b="1" i="0" dirty="0">
                <a:effectLst/>
                <a:latin typeface="-apple-system"/>
              </a:rPr>
              <a:t>Calculate EVPI</a:t>
            </a:r>
            <a:r>
              <a:rPr lang="en-US" b="0" i="0" dirty="0">
                <a:effectLst/>
                <a:latin typeface="-apple-system"/>
              </a:rPr>
              <a:t>:</a:t>
            </a:r>
          </a:p>
          <a:p>
            <a:pPr algn="l">
              <a:buFont typeface="+mj-lt"/>
              <a:buAutoNum type="arabicPeriod"/>
            </a:pPr>
            <a:r>
              <a:rPr lang="en-US" b="0" i="0" dirty="0">
                <a:effectLst/>
                <a:latin typeface="Consolas" panose="020B0609020204030204" pitchFamily="49" charset="0"/>
              </a:rPr>
              <a:t>EVPI = E[Cost under uncertainty] - E[Cost with perfect information]</a:t>
            </a:r>
          </a:p>
          <a:p>
            <a:pPr algn="l">
              <a:buFont typeface="+mj-lt"/>
              <a:buAutoNum type="arabicPeriod"/>
            </a:pPr>
            <a:r>
              <a:rPr lang="en-US" b="1" i="0" dirty="0">
                <a:effectLst/>
                <a:latin typeface="-apple-system"/>
              </a:rPr>
              <a:t>Interpretation</a:t>
            </a:r>
            <a:r>
              <a:rPr lang="en-US" b="0" i="0" dirty="0">
                <a:effectLst/>
                <a:latin typeface="-apple-system"/>
              </a:rPr>
              <a:t>:</a:t>
            </a:r>
          </a:p>
          <a:p>
            <a:pPr marL="742950" lvl="1" indent="-285750" algn="l">
              <a:buFont typeface="+mj-lt"/>
              <a:buAutoNum type="arabicPeriod"/>
            </a:pPr>
            <a:r>
              <a:rPr lang="en-US" b="1" i="0" dirty="0">
                <a:effectLst/>
                <a:latin typeface="-apple-system"/>
              </a:rPr>
              <a:t>EVPI &gt; measurement cost</a:t>
            </a:r>
            <a:r>
              <a:rPr lang="en-US" b="0" i="0" dirty="0">
                <a:effectLst/>
                <a:latin typeface="-apple-system"/>
              </a:rPr>
              <a:t>: Worth investing in better data</a:t>
            </a:r>
          </a:p>
          <a:p>
            <a:pPr marL="742950" lvl="1" indent="-285750" algn="l">
              <a:buFont typeface="+mj-lt"/>
              <a:buAutoNum type="arabicPeriod"/>
            </a:pPr>
            <a:r>
              <a:rPr lang="en-US" b="1" i="0" dirty="0">
                <a:effectLst/>
                <a:latin typeface="-apple-system"/>
              </a:rPr>
              <a:t>EVPI &lt; measurement cost</a:t>
            </a:r>
            <a:r>
              <a:rPr lang="en-US" b="0" i="0" dirty="0">
                <a:effectLst/>
                <a:latin typeface="-apple-system"/>
              </a:rPr>
              <a:t>: Current data is sufficient</a:t>
            </a:r>
          </a:p>
          <a:p>
            <a:pPr algn="l">
              <a:buFont typeface="+mj-lt"/>
              <a:buAutoNum type="arabicPeriod"/>
            </a:pPr>
            <a:r>
              <a:rPr lang="en-US" b="1" i="0" dirty="0">
                <a:effectLst/>
                <a:latin typeface="-apple-system"/>
              </a:rPr>
              <a:t>Three-tier measurement cost model</a:t>
            </a:r>
            <a:r>
              <a:rPr lang="en-US" b="0" i="0" dirty="0">
                <a:effectLst/>
                <a:latin typeface="-apple-system"/>
              </a:rPr>
              <a:t>:</a:t>
            </a:r>
          </a:p>
          <a:p>
            <a:pPr marL="742950" lvl="1" indent="-285750" algn="l">
              <a:buFont typeface="+mj-lt"/>
              <a:buAutoNum type="arabicPeriod"/>
            </a:pPr>
            <a:r>
              <a:rPr lang="en-US" b="0" i="0" dirty="0">
                <a:effectLst/>
                <a:latin typeface="-apple-system"/>
              </a:rPr>
              <a:t>Low-effort (1% of failure cost): Peer/historical data</a:t>
            </a:r>
          </a:p>
          <a:p>
            <a:pPr marL="742950" lvl="1" indent="-285750" algn="l">
              <a:buFont typeface="+mj-lt"/>
              <a:buAutoNum type="arabicPeriod"/>
            </a:pPr>
            <a:r>
              <a:rPr lang="en-US" b="0" i="0" dirty="0">
                <a:effectLst/>
                <a:latin typeface="-apple-system"/>
              </a:rPr>
              <a:t>Mid-effort (5% of failure cost): Sensor/inspection data</a:t>
            </a:r>
          </a:p>
          <a:p>
            <a:pPr marL="742950" lvl="1" indent="-285750" algn="l">
              <a:buFont typeface="+mj-lt"/>
              <a:buAutoNum type="arabicPeriod"/>
            </a:pPr>
            <a:r>
              <a:rPr lang="en-US" b="0" i="0" dirty="0">
                <a:effectLst/>
                <a:latin typeface="-apple-system"/>
              </a:rPr>
              <a:t>High-effort (15% of failure cost): Continuous monitoring</a:t>
            </a:r>
          </a:p>
        </p:txBody>
      </p:sp>
      <p:sp>
        <p:nvSpPr>
          <p:cNvPr id="10" name="TextBox 9">
            <a:extLst>
              <a:ext uri="{FF2B5EF4-FFF2-40B4-BE49-F238E27FC236}">
                <a16:creationId xmlns:a16="http://schemas.microsoft.com/office/drawing/2014/main" id="{1C88D7CE-EE1F-D0C7-673B-4DAD6F11F057}"/>
              </a:ext>
            </a:extLst>
          </p:cNvPr>
          <p:cNvSpPr txBox="1"/>
          <p:nvPr/>
        </p:nvSpPr>
        <p:spPr>
          <a:xfrm>
            <a:off x="414974" y="2818915"/>
            <a:ext cx="4273510" cy="2230670"/>
          </a:xfrm>
          <a:prstGeom prst="rect">
            <a:avLst/>
          </a:prstGeom>
          <a:noFill/>
        </p:spPr>
        <p:txBody>
          <a:bodyPr wrap="square">
            <a:spAutoFit/>
          </a:bodyPr>
          <a:lstStyle/>
          <a:p>
            <a:pPr algn="l">
              <a:spcBef>
                <a:spcPts val="1800"/>
              </a:spcBef>
              <a:spcAft>
                <a:spcPts val="1200"/>
              </a:spcAft>
              <a:buNone/>
            </a:pPr>
            <a:r>
              <a:rPr lang="en-US" b="1" i="0" dirty="0">
                <a:effectLst/>
                <a:latin typeface="-apple-system"/>
              </a:rPr>
              <a:t>Key Insights</a:t>
            </a:r>
          </a:p>
          <a:p>
            <a:pPr algn="l">
              <a:buFont typeface="Arial" panose="020B0604020202020204" pitchFamily="34" charset="0"/>
              <a:buChar char="•"/>
            </a:pPr>
            <a:r>
              <a:rPr lang="en-US" b="0" i="0" dirty="0">
                <a:effectLst/>
                <a:latin typeface="-apple-system"/>
              </a:rPr>
              <a:t>Only invest in measurement if EVPI &gt; measurement cost</a:t>
            </a:r>
          </a:p>
          <a:p>
            <a:pPr algn="l">
              <a:buFont typeface="Arial" panose="020B0604020202020204" pitchFamily="34" charset="0"/>
              <a:buChar char="•"/>
            </a:pPr>
            <a:r>
              <a:rPr lang="en-US" b="0" i="0" dirty="0">
                <a:effectLst/>
                <a:latin typeface="-apple-system"/>
              </a:rPr>
              <a:t>Focus resources on highest-value uncertainties</a:t>
            </a:r>
          </a:p>
          <a:p>
            <a:pPr algn="l">
              <a:buFont typeface="Arial" panose="020B0604020202020204" pitchFamily="34" charset="0"/>
              <a:buChar char="•"/>
            </a:pPr>
            <a:r>
              <a:rPr lang="en-US" b="0" i="0" dirty="0">
                <a:effectLst/>
                <a:latin typeface="-apple-system"/>
              </a:rPr>
              <a:t>Avoid expensive data collection that won't change decision</a:t>
            </a:r>
          </a:p>
        </p:txBody>
      </p:sp>
      <p:sp>
        <p:nvSpPr>
          <p:cNvPr id="16" name="BJPseudoFooter">
            <a:extLst>
              <a:ext uri="{FF2B5EF4-FFF2-40B4-BE49-F238E27FC236}">
                <a16:creationId xmlns:a16="http://schemas.microsoft.com/office/drawing/2014/main" id="{F339A573-FA61-8273-173A-6A9F82314E76}"/>
              </a:ext>
            </a:extLst>
          </p:cNvPr>
          <p:cNvSpPr txBox="1"/>
          <p:nvPr>
            <p:custDataLst>
              <p:tags r:id="rId1"/>
            </p:custDataLst>
          </p:nvPr>
        </p:nvSpPr>
        <p:spPr>
          <a:xfrm>
            <a:off x="3963044" y="6519446"/>
            <a:ext cx="4265911" cy="338554"/>
          </a:xfrm>
          <a:prstGeom prst="rect">
            <a:avLst/>
          </a:prstGeom>
          <a:noFill/>
        </p:spPr>
        <p:txBody>
          <a:bodyPr vert="horz" wrap="none" rtlCol="0">
            <a:spAutoFit/>
          </a:bodyPr>
          <a:lstStyle/>
          <a:p>
            <a:pPr algn="ctr"/>
            <a:r>
              <a:rPr lang="en-US" sz="800">
                <a:solidFill>
                  <a:srgbClr val="000000"/>
                </a:solidFill>
              </a:rPr>
              <a:t>RTX Corporation (Corporate) - Company Use
This document does not contain any export controlled technical material/data/information.</a:t>
            </a:r>
          </a:p>
        </p:txBody>
      </p:sp>
    </p:spTree>
    <p:extLst>
      <p:ext uri="{BB962C8B-B14F-4D97-AF65-F5344CB8AC3E}">
        <p14:creationId xmlns:p14="http://schemas.microsoft.com/office/powerpoint/2010/main" val="1765401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C81DB-1F87-6E78-D79F-C9AC1B330FBD}"/>
            </a:ext>
          </a:extLst>
        </p:cNvPr>
        <p:cNvGrpSpPr/>
        <p:nvPr/>
      </p:nvGrpSpPr>
      <p:grpSpPr>
        <a:xfrm>
          <a:off x="0" y="0"/>
          <a:ext cx="0" cy="0"/>
          <a:chOff x="0" y="0"/>
          <a:chExt cx="0" cy="0"/>
        </a:xfrm>
      </p:grpSpPr>
      <p:sp>
        <p:nvSpPr>
          <p:cNvPr id="449" name="Title 448">
            <a:extLst>
              <a:ext uri="{FF2B5EF4-FFF2-40B4-BE49-F238E27FC236}">
                <a16:creationId xmlns:a16="http://schemas.microsoft.com/office/drawing/2014/main" id="{3CD6CC17-F17B-C7A5-3599-64B03924F598}"/>
              </a:ext>
            </a:extLst>
          </p:cNvPr>
          <p:cNvSpPr>
            <a:spLocks noGrp="1"/>
          </p:cNvSpPr>
          <p:nvPr>
            <p:ph type="title"/>
          </p:nvPr>
        </p:nvSpPr>
        <p:spPr>
          <a:xfrm>
            <a:off x="694944" y="466347"/>
            <a:ext cx="3545076" cy="1676960"/>
          </a:xfrm>
        </p:spPr>
        <p:txBody>
          <a:bodyPr/>
          <a:lstStyle/>
          <a:p>
            <a:r>
              <a:rPr lang="en-US" dirty="0"/>
              <a:t>Section 6: </a:t>
            </a:r>
            <a:br>
              <a:rPr lang="en-US" dirty="0"/>
            </a:br>
            <a:r>
              <a:rPr lang="en-US" dirty="0"/>
              <a:t>Step 4 - Calibrated Priors (Two Paths)</a:t>
            </a:r>
            <a:br>
              <a:rPr lang="en-US" dirty="0"/>
            </a:br>
            <a:br>
              <a:rPr lang="en-US" dirty="0"/>
            </a:br>
            <a:br>
              <a:rPr lang="en-US" dirty="0"/>
            </a:br>
            <a:br>
              <a:rPr lang="en-US" dirty="0"/>
            </a:br>
            <a:br>
              <a:rPr lang="en-US" dirty="0"/>
            </a:br>
            <a:endParaRPr lang="en-US" dirty="0"/>
          </a:p>
        </p:txBody>
      </p:sp>
      <p:sp>
        <p:nvSpPr>
          <p:cNvPr id="451" name="Text Placeholder 450">
            <a:extLst>
              <a:ext uri="{FF2B5EF4-FFF2-40B4-BE49-F238E27FC236}">
                <a16:creationId xmlns:a16="http://schemas.microsoft.com/office/drawing/2014/main" id="{AF0D26D8-AEA4-E042-A762-803B33C3A7B7}"/>
              </a:ext>
            </a:extLst>
          </p:cNvPr>
          <p:cNvSpPr>
            <a:spLocks noGrp="1"/>
          </p:cNvSpPr>
          <p:nvPr>
            <p:ph type="body" sz="quarter" idx="15"/>
          </p:nvPr>
        </p:nvSpPr>
        <p:spPr>
          <a:xfrm>
            <a:off x="65930" y="4707219"/>
            <a:ext cx="5519481" cy="1585421"/>
          </a:xfrm>
        </p:spPr>
        <p:txBody>
          <a:bodyPr/>
          <a:lstStyle/>
          <a:p>
            <a:pPr algn="l"/>
            <a:r>
              <a:rPr lang="en-US" b="0" dirty="0"/>
              <a:t>Hubbard emphasizes the importance of calibrated priors in </a:t>
            </a:r>
            <a:r>
              <a:rPr lang="en-US" b="0" i="1" dirty="0"/>
              <a:t>How to Measure Anything</a:t>
            </a:r>
            <a:r>
              <a:rPr lang="en-US" b="0" dirty="0"/>
              <a:t> (Chapter 5: "The Measurement Process"). The two-path approach here demonstrates both expert elicitation (Path A) and data-driven calibration (Path B) methods.</a:t>
            </a:r>
            <a:endParaRPr lang="en-US" dirty="0"/>
          </a:p>
        </p:txBody>
      </p:sp>
      <p:sp>
        <p:nvSpPr>
          <p:cNvPr id="3" name="Slide Number Placeholder 2">
            <a:extLst>
              <a:ext uri="{FF2B5EF4-FFF2-40B4-BE49-F238E27FC236}">
                <a16:creationId xmlns:a16="http://schemas.microsoft.com/office/drawing/2014/main" id="{FED8B3B4-E6FD-4662-ED85-C1E922D067D8}"/>
              </a:ext>
            </a:extLst>
          </p:cNvPr>
          <p:cNvSpPr>
            <a:spLocks noGrp="1"/>
          </p:cNvSpPr>
          <p:nvPr>
            <p:ph type="sldNum" sz="quarter" idx="4"/>
          </p:nvPr>
        </p:nvSpPr>
        <p:spPr>
          <a:xfrm>
            <a:off x="10983397" y="6433754"/>
            <a:ext cx="531946" cy="365125"/>
          </a:xfrm>
        </p:spPr>
        <p:txBody>
          <a:bodyPr/>
          <a:lstStyle/>
          <a:p>
            <a:fld id="{07165E6F-54ED-4977-A15E-D44BE7238A65}" type="slidenum">
              <a:rPr lang="en-US" smtClean="0"/>
              <a:pPr/>
              <a:t>9</a:t>
            </a:fld>
            <a:endParaRPr lang="en-US"/>
          </a:p>
        </p:txBody>
      </p:sp>
      <p:sp>
        <p:nvSpPr>
          <p:cNvPr id="10" name="TextBox 9">
            <a:extLst>
              <a:ext uri="{FF2B5EF4-FFF2-40B4-BE49-F238E27FC236}">
                <a16:creationId xmlns:a16="http://schemas.microsoft.com/office/drawing/2014/main" id="{A55757F6-F117-DB5F-A782-72995F7C5D20}"/>
              </a:ext>
            </a:extLst>
          </p:cNvPr>
          <p:cNvSpPr txBox="1"/>
          <p:nvPr/>
        </p:nvSpPr>
        <p:spPr>
          <a:xfrm>
            <a:off x="380960" y="2271101"/>
            <a:ext cx="4273510" cy="2308324"/>
          </a:xfrm>
          <a:prstGeom prst="rect">
            <a:avLst/>
          </a:prstGeom>
          <a:noFill/>
        </p:spPr>
        <p:txBody>
          <a:bodyPr wrap="square">
            <a:spAutoFit/>
          </a:bodyPr>
          <a:lstStyle/>
          <a:p>
            <a:r>
              <a:rPr lang="en-US" b="1" dirty="0"/>
              <a:t>Key Insight</a:t>
            </a:r>
            <a:r>
              <a:rPr lang="en-US" dirty="0"/>
              <a:t>:</a:t>
            </a:r>
          </a:p>
          <a:p>
            <a:r>
              <a:rPr lang="en-US" dirty="0"/>
              <a:t>Weibull shape parameter (k) reveals failure mechanism:</a:t>
            </a:r>
          </a:p>
          <a:p>
            <a:pPr lvl="1"/>
            <a:r>
              <a:rPr lang="en-US" dirty="0"/>
              <a:t>k &lt; 1: Infant mortality (decreasing hazard)</a:t>
            </a:r>
          </a:p>
          <a:p>
            <a:pPr lvl="1"/>
            <a:r>
              <a:rPr lang="en-US" dirty="0"/>
              <a:t>k = 1: Random failures (constant hazard)</a:t>
            </a:r>
          </a:p>
          <a:p>
            <a:pPr lvl="1"/>
            <a:r>
              <a:rPr lang="en-US" dirty="0"/>
              <a:t>k &gt; 1: Wear-out (increasing hazard</a:t>
            </a:r>
          </a:p>
        </p:txBody>
      </p:sp>
      <p:sp>
        <p:nvSpPr>
          <p:cNvPr id="6" name="TextBox 5">
            <a:extLst>
              <a:ext uri="{FF2B5EF4-FFF2-40B4-BE49-F238E27FC236}">
                <a16:creationId xmlns:a16="http://schemas.microsoft.com/office/drawing/2014/main" id="{855EDC02-BA05-2096-A91A-435CD20B531C}"/>
              </a:ext>
            </a:extLst>
          </p:cNvPr>
          <p:cNvSpPr txBox="1"/>
          <p:nvPr/>
        </p:nvSpPr>
        <p:spPr>
          <a:xfrm>
            <a:off x="5565183" y="181683"/>
            <a:ext cx="6560887" cy="6617196"/>
          </a:xfrm>
          <a:prstGeom prst="rect">
            <a:avLst/>
          </a:prstGeom>
          <a:noFill/>
        </p:spPr>
        <p:txBody>
          <a:bodyPr wrap="square">
            <a:spAutoFit/>
          </a:bodyPr>
          <a:lstStyle/>
          <a:p>
            <a:pPr algn="l">
              <a:spcBef>
                <a:spcPts val="1800"/>
              </a:spcBef>
              <a:spcAft>
                <a:spcPts val="1200"/>
              </a:spcAft>
              <a:buNone/>
            </a:pPr>
            <a:r>
              <a:rPr lang="en-US" b="1" i="0" dirty="0">
                <a:effectLst/>
                <a:latin typeface="-apple-system"/>
              </a:rPr>
              <a:t>Objective - </a:t>
            </a:r>
            <a:r>
              <a:rPr lang="en-US" b="0" i="0" dirty="0">
                <a:effectLst/>
                <a:latin typeface="-apple-system"/>
              </a:rPr>
              <a:t>Establish well-calibrated prior beliefs about uncertain quantities. </a:t>
            </a:r>
          </a:p>
          <a:p>
            <a:r>
              <a:rPr lang="en-US" b="1" dirty="0"/>
              <a:t>Path A: Expert Calibrated Prior</a:t>
            </a:r>
          </a:p>
          <a:p>
            <a:r>
              <a:rPr lang="en-US" b="1" dirty="0"/>
              <a:t>Process</a:t>
            </a:r>
            <a:r>
              <a:rPr lang="en-US" dirty="0"/>
              <a:t>:</a:t>
            </a:r>
          </a:p>
          <a:p>
            <a:pPr marL="342900" indent="-342900">
              <a:buFont typeface="+mj-lt"/>
              <a:buAutoNum type="arabicPeriod"/>
            </a:pPr>
            <a:r>
              <a:rPr lang="en-US" dirty="0"/>
              <a:t>Elicit expert's 90% confidence interval on MTBF (Mean Time Between Failures)</a:t>
            </a:r>
          </a:p>
          <a:p>
            <a:pPr marL="342900" indent="-342900">
              <a:buFont typeface="+mj-lt"/>
              <a:buAutoNum type="arabicPeriod"/>
            </a:pPr>
            <a:r>
              <a:rPr lang="en-US" dirty="0"/>
              <a:t>Convert to failure rate (λ = 1/MTBF) 90% CI</a:t>
            </a:r>
          </a:p>
          <a:p>
            <a:pPr marL="342900" indent="-342900">
              <a:buFont typeface="+mj-lt"/>
              <a:buAutoNum type="arabicPeriod"/>
            </a:pPr>
            <a:r>
              <a:rPr lang="en-US" dirty="0"/>
              <a:t>Fit Gamma distribution to match the CI</a:t>
            </a:r>
          </a:p>
          <a:p>
            <a:r>
              <a:rPr lang="en-US" b="1" dirty="0"/>
              <a:t>Why Gamma?</a:t>
            </a:r>
            <a:endParaRPr lang="en-US" dirty="0"/>
          </a:p>
          <a:p>
            <a:pPr marL="285750" indent="-285750">
              <a:buFont typeface="Arial" panose="020B0604020202020204" pitchFamily="34" charset="0"/>
              <a:buChar char="•"/>
            </a:pPr>
            <a:r>
              <a:rPr lang="en-US" dirty="0"/>
              <a:t>Conjugate prior for Poisson failure processes</a:t>
            </a:r>
          </a:p>
          <a:p>
            <a:pPr marL="285750" indent="-285750">
              <a:buFont typeface="Arial" panose="020B0604020202020204" pitchFamily="34" charset="0"/>
              <a:buChar char="•"/>
            </a:pPr>
            <a:r>
              <a:rPr lang="en-US" dirty="0"/>
              <a:t>Natural for rate parameters</a:t>
            </a:r>
          </a:p>
          <a:p>
            <a:pPr marL="285750" indent="-285750">
              <a:buFont typeface="Arial" panose="020B0604020202020204" pitchFamily="34" charset="0"/>
              <a:buChar char="•"/>
            </a:pPr>
            <a:r>
              <a:rPr lang="en-US" dirty="0"/>
              <a:t>Flexible shape to match expert beliefs</a:t>
            </a:r>
          </a:p>
          <a:p>
            <a:pPr algn="l"/>
            <a:endParaRPr lang="en-US" b="0" i="0" dirty="0">
              <a:effectLst/>
              <a:latin typeface="-apple-system"/>
            </a:endParaRPr>
          </a:p>
          <a:p>
            <a:r>
              <a:rPr lang="en-US" b="1" dirty="0"/>
              <a:t>Path B: Data-Fitted Prior</a:t>
            </a:r>
          </a:p>
          <a:p>
            <a:r>
              <a:rPr lang="en-US" b="1" dirty="0"/>
              <a:t>Process</a:t>
            </a:r>
            <a:r>
              <a:rPr lang="en-US" dirty="0"/>
              <a:t>:</a:t>
            </a:r>
          </a:p>
          <a:p>
            <a:pPr marL="342900" indent="-342900">
              <a:buFont typeface="+mj-lt"/>
              <a:buAutoNum type="arabicPeriod"/>
            </a:pPr>
            <a:r>
              <a:rPr lang="en-US" dirty="0"/>
              <a:t>Input observed time-to-failure (TTF) data</a:t>
            </a:r>
          </a:p>
          <a:p>
            <a:pPr marL="342900" indent="-342900">
              <a:buFont typeface="+mj-lt"/>
              <a:buAutoNum type="arabicPeriod"/>
            </a:pPr>
            <a:r>
              <a:rPr lang="en-US" dirty="0"/>
              <a:t>Fit descriptive distributions (Exponential/Weibull)</a:t>
            </a:r>
          </a:p>
          <a:p>
            <a:pPr marL="342900" indent="-342900">
              <a:buFont typeface="+mj-lt"/>
              <a:buAutoNum type="arabicPeriod"/>
            </a:pPr>
            <a:r>
              <a:rPr lang="en-US" dirty="0"/>
              <a:t>Derive Gamma prior via conjugate update from flat prior</a:t>
            </a:r>
          </a:p>
          <a:p>
            <a:pPr marL="342900" indent="-342900">
              <a:buFont typeface="+mj-lt"/>
              <a:buAutoNum type="arabicPeriod"/>
            </a:pPr>
            <a:endParaRPr lang="en-US" dirty="0"/>
          </a:p>
          <a:p>
            <a:r>
              <a:rPr lang="en-US" b="1" dirty="0"/>
              <a:t>Comparison</a:t>
            </a:r>
          </a:p>
          <a:p>
            <a:r>
              <a:rPr lang="en-US" dirty="0"/>
              <a:t>Both paths produce Gamma priors on failure rate λ that compete in the three-way sensitivity analysis.</a:t>
            </a:r>
          </a:p>
          <a:p>
            <a:pPr algn="l">
              <a:buFont typeface="Arial" panose="020B0604020202020204" pitchFamily="34" charset="0"/>
              <a:buChar char="•"/>
            </a:pPr>
            <a:endParaRPr lang="en-US" b="0" i="0" dirty="0">
              <a:effectLst/>
              <a:latin typeface="-apple-system"/>
            </a:endParaRPr>
          </a:p>
        </p:txBody>
      </p:sp>
      <p:sp>
        <p:nvSpPr>
          <p:cNvPr id="14" name="BJPseudoFooter">
            <a:extLst>
              <a:ext uri="{FF2B5EF4-FFF2-40B4-BE49-F238E27FC236}">
                <a16:creationId xmlns:a16="http://schemas.microsoft.com/office/drawing/2014/main" id="{8CD4DB4A-AACD-15A5-51F6-29CC8D314CD5}"/>
              </a:ext>
            </a:extLst>
          </p:cNvPr>
          <p:cNvSpPr txBox="1"/>
          <p:nvPr>
            <p:custDataLst>
              <p:tags r:id="rId1"/>
            </p:custDataLst>
          </p:nvPr>
        </p:nvSpPr>
        <p:spPr>
          <a:xfrm>
            <a:off x="3963044" y="6519446"/>
            <a:ext cx="4265911" cy="338554"/>
          </a:xfrm>
          <a:prstGeom prst="rect">
            <a:avLst/>
          </a:prstGeom>
          <a:noFill/>
        </p:spPr>
        <p:txBody>
          <a:bodyPr vert="horz" wrap="none" rtlCol="0">
            <a:spAutoFit/>
          </a:bodyPr>
          <a:lstStyle/>
          <a:p>
            <a:pPr algn="ctr"/>
            <a:r>
              <a:rPr lang="en-US" sz="800">
                <a:solidFill>
                  <a:srgbClr val="000000"/>
                </a:solidFill>
              </a:rPr>
              <a:t>RTX Corporation (Corporate) - Company Use
This document does not contain any export controlled technical material/data/information.</a:t>
            </a:r>
          </a:p>
        </p:txBody>
      </p:sp>
    </p:spTree>
    <p:extLst>
      <p:ext uri="{BB962C8B-B14F-4D97-AF65-F5344CB8AC3E}">
        <p14:creationId xmlns:p14="http://schemas.microsoft.com/office/powerpoint/2010/main" val="7217521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2608C-B13F-A670-76F7-62A3523433B3}"/>
            </a:ext>
          </a:extLst>
        </p:cNvPr>
        <p:cNvGrpSpPr/>
        <p:nvPr/>
      </p:nvGrpSpPr>
      <p:grpSpPr>
        <a:xfrm>
          <a:off x="0" y="0"/>
          <a:ext cx="0" cy="0"/>
          <a:chOff x="0" y="0"/>
          <a:chExt cx="0" cy="0"/>
        </a:xfrm>
      </p:grpSpPr>
      <p:sp>
        <p:nvSpPr>
          <p:cNvPr id="449" name="Title 448">
            <a:extLst>
              <a:ext uri="{FF2B5EF4-FFF2-40B4-BE49-F238E27FC236}">
                <a16:creationId xmlns:a16="http://schemas.microsoft.com/office/drawing/2014/main" id="{8AA62481-90A5-2A9B-3DEB-FB8DE77501E7}"/>
              </a:ext>
            </a:extLst>
          </p:cNvPr>
          <p:cNvSpPr>
            <a:spLocks noGrp="1"/>
          </p:cNvSpPr>
          <p:nvPr>
            <p:ph type="title"/>
          </p:nvPr>
        </p:nvSpPr>
        <p:spPr>
          <a:xfrm>
            <a:off x="694944" y="466347"/>
            <a:ext cx="4803104" cy="1676960"/>
          </a:xfrm>
        </p:spPr>
        <p:txBody>
          <a:bodyPr/>
          <a:lstStyle/>
          <a:p>
            <a:r>
              <a:rPr lang="en-US" dirty="0"/>
              <a:t>Section 7: </a:t>
            </a:r>
            <a:br>
              <a:rPr lang="en-US" dirty="0"/>
            </a:br>
            <a:r>
              <a:rPr lang="en-US" dirty="0"/>
              <a:t>Step 4B - Bayesian Update (Likelihood + Posterior)</a:t>
            </a:r>
            <a:br>
              <a:rPr lang="en-US" dirty="0"/>
            </a:br>
            <a:br>
              <a:rPr lang="en-US" dirty="0"/>
            </a:br>
            <a:br>
              <a:rPr lang="en-US" dirty="0"/>
            </a:br>
            <a:br>
              <a:rPr lang="en-US" dirty="0"/>
            </a:br>
            <a:br>
              <a:rPr lang="en-US" dirty="0"/>
            </a:br>
            <a:br>
              <a:rPr lang="en-US" dirty="0"/>
            </a:br>
            <a:endParaRPr lang="en-US" dirty="0"/>
          </a:p>
        </p:txBody>
      </p:sp>
      <p:sp>
        <p:nvSpPr>
          <p:cNvPr id="451" name="Text Placeholder 450">
            <a:extLst>
              <a:ext uri="{FF2B5EF4-FFF2-40B4-BE49-F238E27FC236}">
                <a16:creationId xmlns:a16="http://schemas.microsoft.com/office/drawing/2014/main" id="{7343ADBF-0AF5-15E4-DCB7-0541BADCA1BF}"/>
              </a:ext>
            </a:extLst>
          </p:cNvPr>
          <p:cNvSpPr>
            <a:spLocks noGrp="1"/>
          </p:cNvSpPr>
          <p:nvPr>
            <p:ph type="body" sz="quarter" idx="15"/>
          </p:nvPr>
        </p:nvSpPr>
        <p:spPr>
          <a:xfrm>
            <a:off x="65930" y="5714682"/>
            <a:ext cx="11763028" cy="566309"/>
          </a:xfrm>
        </p:spPr>
        <p:txBody>
          <a:bodyPr/>
          <a:lstStyle/>
          <a:p>
            <a:pPr algn="l"/>
            <a:r>
              <a:rPr lang="en-US" b="0" dirty="0"/>
              <a:t>The Bayesian updating process embodies Hubbard's principle of continuous belief updating with new evidence, as described in </a:t>
            </a:r>
            <a:r>
              <a:rPr lang="en-US" b="0" i="1" dirty="0"/>
              <a:t>How to Measure Anything</a:t>
            </a:r>
            <a:r>
              <a:rPr lang="en-US" b="0" dirty="0"/>
              <a:t> (Chapter 6: "Updating Beliefs").</a:t>
            </a:r>
            <a:endParaRPr lang="en-US" dirty="0"/>
          </a:p>
        </p:txBody>
      </p:sp>
      <p:sp>
        <p:nvSpPr>
          <p:cNvPr id="3" name="Slide Number Placeholder 2">
            <a:extLst>
              <a:ext uri="{FF2B5EF4-FFF2-40B4-BE49-F238E27FC236}">
                <a16:creationId xmlns:a16="http://schemas.microsoft.com/office/drawing/2014/main" id="{6184A444-14CC-C2EE-D9A6-63A569D41993}"/>
              </a:ext>
            </a:extLst>
          </p:cNvPr>
          <p:cNvSpPr>
            <a:spLocks noGrp="1"/>
          </p:cNvSpPr>
          <p:nvPr>
            <p:ph type="sldNum" sz="quarter" idx="4"/>
          </p:nvPr>
        </p:nvSpPr>
        <p:spPr>
          <a:xfrm>
            <a:off x="10983397" y="6433754"/>
            <a:ext cx="531946" cy="365125"/>
          </a:xfrm>
        </p:spPr>
        <p:txBody>
          <a:bodyPr/>
          <a:lstStyle/>
          <a:p>
            <a:fld id="{07165E6F-54ED-4977-A15E-D44BE7238A65}" type="slidenum">
              <a:rPr lang="en-US" smtClean="0"/>
              <a:pPr/>
              <a:t>10</a:t>
            </a:fld>
            <a:endParaRPr lang="en-US"/>
          </a:p>
        </p:txBody>
      </p:sp>
      <p:sp>
        <p:nvSpPr>
          <p:cNvPr id="5" name="TextBox 4">
            <a:extLst>
              <a:ext uri="{FF2B5EF4-FFF2-40B4-BE49-F238E27FC236}">
                <a16:creationId xmlns:a16="http://schemas.microsoft.com/office/drawing/2014/main" id="{5936ACB2-E45E-9C64-A18E-CD6EC51EFA7F}"/>
              </a:ext>
            </a:extLst>
          </p:cNvPr>
          <p:cNvSpPr txBox="1"/>
          <p:nvPr/>
        </p:nvSpPr>
        <p:spPr>
          <a:xfrm>
            <a:off x="4799144" y="169739"/>
            <a:ext cx="7098248" cy="5740033"/>
          </a:xfrm>
          <a:prstGeom prst="rect">
            <a:avLst/>
          </a:prstGeom>
          <a:noFill/>
        </p:spPr>
        <p:txBody>
          <a:bodyPr wrap="square">
            <a:spAutoFit/>
          </a:bodyPr>
          <a:lstStyle/>
          <a:p>
            <a:r>
              <a:rPr lang="en-US" b="1" dirty="0"/>
              <a:t>Objective - </a:t>
            </a:r>
            <a:r>
              <a:rPr lang="en-US" dirty="0"/>
              <a:t>Update prior beliefs with observed evidence to form posterior distributions.</a:t>
            </a:r>
          </a:p>
          <a:p>
            <a:r>
              <a:rPr lang="en-US" b="1" dirty="0"/>
              <a:t>Process Options</a:t>
            </a:r>
          </a:p>
          <a:p>
            <a:pPr algn="l">
              <a:buFont typeface="+mj-lt"/>
              <a:buAutoNum type="arabicPeriod"/>
            </a:pPr>
            <a:r>
              <a:rPr lang="en-US" b="1" i="0" dirty="0">
                <a:effectLst/>
                <a:latin typeface="-apple-system"/>
              </a:rPr>
              <a:t>Hardcoded Model</a:t>
            </a:r>
            <a:r>
              <a:rPr lang="en-US" b="0" i="0" dirty="0">
                <a:effectLst/>
                <a:latin typeface="-apple-system"/>
              </a:rPr>
              <a:t> (Path A):</a:t>
            </a:r>
          </a:p>
          <a:p>
            <a:pPr marL="742950" lvl="1" indent="-285750" algn="l">
              <a:buFont typeface="Arial" panose="020B0604020202020204" pitchFamily="34" charset="0"/>
              <a:buChar char="•"/>
            </a:pPr>
            <a:r>
              <a:rPr lang="en-US" b="0" i="0" dirty="0">
                <a:effectLst/>
                <a:latin typeface="-apple-system"/>
              </a:rPr>
              <a:t>Gamma prior on λ → Poisson likelihood → Gamma posterior</a:t>
            </a:r>
          </a:p>
          <a:p>
            <a:pPr marL="742950" lvl="1" indent="-285750" algn="l">
              <a:buFont typeface="Arial" panose="020B0604020202020204" pitchFamily="34" charset="0"/>
              <a:buChar char="•"/>
            </a:pPr>
            <a:r>
              <a:rPr lang="en-US" b="0" i="0" dirty="0">
                <a:effectLst/>
                <a:latin typeface="-apple-system"/>
              </a:rPr>
              <a:t>Analytical solution via conjugacy</a:t>
            </a:r>
          </a:p>
          <a:p>
            <a:pPr marL="742950" lvl="1" indent="-285750" algn="l">
              <a:buFont typeface="Arial" panose="020B0604020202020204" pitchFamily="34" charset="0"/>
              <a:buChar char="•"/>
            </a:pPr>
            <a:r>
              <a:rPr lang="en-US" b="0" i="0" dirty="0">
                <a:effectLst/>
                <a:latin typeface="-apple-system"/>
              </a:rPr>
              <a:t>Validates Bayesian update mechanics</a:t>
            </a:r>
          </a:p>
          <a:p>
            <a:pPr algn="l">
              <a:buFont typeface="+mj-lt"/>
              <a:buAutoNum type="arabicPeriod"/>
            </a:pPr>
            <a:r>
              <a:rPr lang="en-US" b="1" i="0" dirty="0">
                <a:effectLst/>
                <a:latin typeface="-apple-system"/>
              </a:rPr>
              <a:t>Dynamic Builder</a:t>
            </a:r>
            <a:r>
              <a:rPr lang="en-US" b="0" i="0" dirty="0">
                <a:effectLst/>
                <a:latin typeface="-apple-system"/>
              </a:rPr>
              <a:t> (LLM-parsed JSON):</a:t>
            </a:r>
          </a:p>
          <a:p>
            <a:pPr marL="742950" lvl="1" indent="-285750" algn="l">
              <a:buFont typeface="Arial" panose="020B0604020202020204" pitchFamily="34" charset="0"/>
              <a:buChar char="•"/>
            </a:pPr>
            <a:r>
              <a:rPr lang="en-US" b="0" i="0" dirty="0">
                <a:effectLst/>
                <a:latin typeface="-apple-system"/>
              </a:rPr>
              <a:t>Automatically constructs </a:t>
            </a:r>
            <a:r>
              <a:rPr lang="en-US" b="0" i="0" dirty="0" err="1">
                <a:effectLst/>
                <a:latin typeface="-apple-system"/>
              </a:rPr>
              <a:t>PyMC</a:t>
            </a:r>
            <a:r>
              <a:rPr lang="en-US" b="0" i="0" dirty="0">
                <a:effectLst/>
                <a:latin typeface="-apple-system"/>
              </a:rPr>
              <a:t> model from JSON</a:t>
            </a:r>
          </a:p>
          <a:p>
            <a:pPr marL="742950" lvl="1" indent="-285750" algn="l">
              <a:buFont typeface="Arial" panose="020B0604020202020204" pitchFamily="34" charset="0"/>
              <a:buChar char="•"/>
            </a:pPr>
            <a:r>
              <a:rPr lang="en-US" b="0" i="0" dirty="0">
                <a:effectLst/>
                <a:latin typeface="-apple-system"/>
              </a:rPr>
              <a:t>Handles Gamma-Poisson conjugacy</a:t>
            </a:r>
          </a:p>
          <a:p>
            <a:pPr marL="742950" lvl="1" indent="-285750" algn="l">
              <a:buFont typeface="Arial" panose="020B0604020202020204" pitchFamily="34" charset="0"/>
              <a:buChar char="•"/>
            </a:pPr>
            <a:r>
              <a:rPr lang="en-US" b="0" i="0" dirty="0">
                <a:effectLst/>
                <a:latin typeface="-apple-system"/>
              </a:rPr>
              <a:t>Future-proof for other distribution families</a:t>
            </a:r>
          </a:p>
          <a:p>
            <a:pPr algn="l">
              <a:buFont typeface="+mj-lt"/>
              <a:buAutoNum type="arabicPeriod"/>
            </a:pPr>
            <a:r>
              <a:rPr lang="en-US" b="1" i="0" dirty="0">
                <a:effectLst/>
                <a:latin typeface="-apple-system"/>
              </a:rPr>
              <a:t>Data-Prior Model</a:t>
            </a:r>
            <a:r>
              <a:rPr lang="en-US" b="0" i="0" dirty="0">
                <a:effectLst/>
                <a:latin typeface="-apple-system"/>
              </a:rPr>
              <a:t> (Path B):</a:t>
            </a:r>
          </a:p>
          <a:p>
            <a:pPr marL="742950" lvl="1" indent="-285750" algn="l">
              <a:buFont typeface="Arial" panose="020B0604020202020204" pitchFamily="34" charset="0"/>
              <a:buChar char="•"/>
            </a:pPr>
            <a:r>
              <a:rPr lang="en-US" b="0" i="0" dirty="0">
                <a:effectLst/>
                <a:latin typeface="-apple-system"/>
              </a:rPr>
              <a:t>Uses Gamma prior derived from TTF data</a:t>
            </a:r>
          </a:p>
          <a:p>
            <a:pPr marL="742950" lvl="1" indent="-285750" algn="l">
              <a:buFont typeface="Arial" panose="020B0604020202020204" pitchFamily="34" charset="0"/>
              <a:buChar char="•"/>
            </a:pPr>
            <a:r>
              <a:rPr lang="en-US" b="0" i="0" dirty="0">
                <a:effectLst/>
                <a:latin typeface="-apple-system"/>
              </a:rPr>
              <a:t>Competes with expert and LLM priors</a:t>
            </a:r>
          </a:p>
          <a:p>
            <a:pPr>
              <a:spcBef>
                <a:spcPts val="1800"/>
              </a:spcBef>
              <a:spcAft>
                <a:spcPts val="1200"/>
              </a:spcAft>
            </a:pPr>
            <a:r>
              <a:rPr lang="en-US" b="1" dirty="0">
                <a:latin typeface="-apple-system"/>
              </a:rPr>
              <a:t>Three-Way Sensitivity Analysis - </a:t>
            </a:r>
            <a:r>
              <a:rPr lang="en-US" dirty="0">
                <a:latin typeface="-apple-system"/>
              </a:rPr>
              <a:t>Compare posteriors from all three:</a:t>
            </a:r>
          </a:p>
          <a:p>
            <a:pPr>
              <a:buFont typeface="Arial" panose="020B0604020202020204" pitchFamily="34" charset="0"/>
              <a:buChar char="•"/>
            </a:pPr>
            <a:r>
              <a:rPr lang="en-US" b="1" dirty="0">
                <a:latin typeface="-apple-system"/>
              </a:rPr>
              <a:t>Low sensitivity</a:t>
            </a:r>
            <a:r>
              <a:rPr lang="en-US" dirty="0">
                <a:latin typeface="-apple-system"/>
              </a:rPr>
              <a:t> (&lt;10% spread): Data dominates, decision robust</a:t>
            </a:r>
          </a:p>
          <a:p>
            <a:pPr>
              <a:buFont typeface="Arial" panose="020B0604020202020204" pitchFamily="34" charset="0"/>
              <a:buChar char="•"/>
            </a:pPr>
            <a:r>
              <a:rPr lang="en-US" b="1" dirty="0">
                <a:latin typeface="-apple-system"/>
              </a:rPr>
              <a:t>Moderate sensitivity</a:t>
            </a:r>
            <a:r>
              <a:rPr lang="en-US" dirty="0">
                <a:latin typeface="-apple-system"/>
              </a:rPr>
              <a:t> (10-30% spread): Some influence from prior choice</a:t>
            </a:r>
          </a:p>
          <a:p>
            <a:pPr>
              <a:buFont typeface="Arial" panose="020B0604020202020204" pitchFamily="34" charset="0"/>
              <a:buChar char="•"/>
            </a:pPr>
            <a:r>
              <a:rPr lang="en-US" b="1" dirty="0">
                <a:latin typeface="-apple-system"/>
              </a:rPr>
              <a:t>High sensitivity</a:t>
            </a:r>
            <a:r>
              <a:rPr lang="en-US" dirty="0">
                <a:latin typeface="-apple-system"/>
              </a:rPr>
              <a:t> (&gt;30% spread): Prior choice dominates decision</a:t>
            </a:r>
          </a:p>
          <a:p>
            <a:pPr marL="742950" lvl="1" indent="-285750" algn="l">
              <a:buFont typeface="Arial" panose="020B0604020202020204" pitchFamily="34" charset="0"/>
              <a:buChar char="•"/>
            </a:pPr>
            <a:endParaRPr lang="en-US" b="0" i="0" dirty="0">
              <a:effectLst/>
              <a:latin typeface="-apple-system"/>
            </a:endParaRPr>
          </a:p>
        </p:txBody>
      </p:sp>
      <p:sp>
        <p:nvSpPr>
          <p:cNvPr id="8" name="TextBox 7">
            <a:extLst>
              <a:ext uri="{FF2B5EF4-FFF2-40B4-BE49-F238E27FC236}">
                <a16:creationId xmlns:a16="http://schemas.microsoft.com/office/drawing/2014/main" id="{23011139-D9C3-FEDA-FB44-7D0689A06F88}"/>
              </a:ext>
            </a:extLst>
          </p:cNvPr>
          <p:cNvSpPr txBox="1"/>
          <p:nvPr/>
        </p:nvSpPr>
        <p:spPr>
          <a:xfrm>
            <a:off x="323152" y="3845011"/>
            <a:ext cx="5546687" cy="1631216"/>
          </a:xfrm>
          <a:prstGeom prst="rect">
            <a:avLst/>
          </a:prstGeom>
          <a:noFill/>
        </p:spPr>
        <p:txBody>
          <a:bodyPr wrap="square">
            <a:spAutoFit/>
          </a:bodyPr>
          <a:lstStyle/>
          <a:p>
            <a:pPr algn="l">
              <a:spcBef>
                <a:spcPts val="1800"/>
              </a:spcBef>
              <a:spcAft>
                <a:spcPts val="1200"/>
              </a:spcAft>
              <a:buNone/>
            </a:pPr>
            <a:r>
              <a:rPr lang="en-US" b="1" i="0" dirty="0">
                <a:effectLst/>
                <a:latin typeface="-apple-system"/>
              </a:rPr>
              <a:t>Posterior Diagnostics</a:t>
            </a:r>
          </a:p>
          <a:p>
            <a:pPr algn="l">
              <a:buFont typeface="Arial" panose="020B0604020202020204" pitchFamily="34" charset="0"/>
              <a:buChar char="•"/>
            </a:pPr>
            <a:r>
              <a:rPr lang="en-US" b="0" i="0" dirty="0">
                <a:effectLst/>
                <a:latin typeface="-apple-system"/>
              </a:rPr>
              <a:t>Mean and standard deviation of λ</a:t>
            </a:r>
          </a:p>
          <a:p>
            <a:pPr algn="l">
              <a:buFont typeface="Arial" panose="020B0604020202020204" pitchFamily="34" charset="0"/>
              <a:buChar char="•"/>
            </a:pPr>
            <a:r>
              <a:rPr lang="en-US" b="0" i="0" dirty="0">
                <a:effectLst/>
                <a:latin typeface="-apple-system"/>
              </a:rPr>
              <a:t>90% Highest Density Interval (HDI)</a:t>
            </a:r>
          </a:p>
          <a:p>
            <a:pPr algn="l">
              <a:buFont typeface="Arial" panose="020B0604020202020204" pitchFamily="34" charset="0"/>
              <a:buChar char="•"/>
            </a:pPr>
            <a:r>
              <a:rPr lang="en-US" b="0" i="0" dirty="0">
                <a:effectLst/>
                <a:latin typeface="-apple-system"/>
              </a:rPr>
              <a:t>Effective sample size (ESS)</a:t>
            </a:r>
          </a:p>
          <a:p>
            <a:pPr algn="l">
              <a:buFont typeface="Arial" panose="020B0604020202020204" pitchFamily="34" charset="0"/>
              <a:buChar char="•"/>
            </a:pPr>
            <a:r>
              <a:rPr lang="en-US" b="0" i="0" dirty="0">
                <a:effectLst/>
                <a:latin typeface="-apple-system"/>
              </a:rPr>
              <a:t>Convergence diagnostics (R-hat)</a:t>
            </a:r>
          </a:p>
        </p:txBody>
      </p:sp>
      <p:sp>
        <p:nvSpPr>
          <p:cNvPr id="13" name="BJPseudoFooter">
            <a:extLst>
              <a:ext uri="{FF2B5EF4-FFF2-40B4-BE49-F238E27FC236}">
                <a16:creationId xmlns:a16="http://schemas.microsoft.com/office/drawing/2014/main" id="{29ED275E-BDAE-D593-4E92-619DA8CAA7ED}"/>
              </a:ext>
            </a:extLst>
          </p:cNvPr>
          <p:cNvSpPr txBox="1"/>
          <p:nvPr>
            <p:custDataLst>
              <p:tags r:id="rId1"/>
            </p:custDataLst>
          </p:nvPr>
        </p:nvSpPr>
        <p:spPr>
          <a:xfrm>
            <a:off x="3963044" y="6519446"/>
            <a:ext cx="4265911" cy="338554"/>
          </a:xfrm>
          <a:prstGeom prst="rect">
            <a:avLst/>
          </a:prstGeom>
          <a:noFill/>
        </p:spPr>
        <p:txBody>
          <a:bodyPr vert="horz" wrap="none" rtlCol="0">
            <a:spAutoFit/>
          </a:bodyPr>
          <a:lstStyle/>
          <a:p>
            <a:pPr algn="ctr"/>
            <a:r>
              <a:rPr lang="en-US" sz="800">
                <a:solidFill>
                  <a:srgbClr val="000000"/>
                </a:solidFill>
              </a:rPr>
              <a:t>RTX Corporation (Corporate) - Company Use
This document does not contain any export controlled technical material/data/information.</a:t>
            </a:r>
          </a:p>
        </p:txBody>
      </p:sp>
    </p:spTree>
    <p:extLst>
      <p:ext uri="{BB962C8B-B14F-4D97-AF65-F5344CB8AC3E}">
        <p14:creationId xmlns:p14="http://schemas.microsoft.com/office/powerpoint/2010/main" val="2212628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396BB-6836-C477-A950-6CF0D8ADD844}"/>
            </a:ext>
          </a:extLst>
        </p:cNvPr>
        <p:cNvGrpSpPr/>
        <p:nvPr/>
      </p:nvGrpSpPr>
      <p:grpSpPr>
        <a:xfrm>
          <a:off x="0" y="0"/>
          <a:ext cx="0" cy="0"/>
          <a:chOff x="0" y="0"/>
          <a:chExt cx="0" cy="0"/>
        </a:xfrm>
      </p:grpSpPr>
      <p:sp>
        <p:nvSpPr>
          <p:cNvPr id="449" name="Title 448">
            <a:extLst>
              <a:ext uri="{FF2B5EF4-FFF2-40B4-BE49-F238E27FC236}">
                <a16:creationId xmlns:a16="http://schemas.microsoft.com/office/drawing/2014/main" id="{5AA05CAC-AB03-FEF1-8A7C-E1E4EF076235}"/>
              </a:ext>
            </a:extLst>
          </p:cNvPr>
          <p:cNvSpPr>
            <a:spLocks noGrp="1"/>
          </p:cNvSpPr>
          <p:nvPr>
            <p:ph type="title"/>
          </p:nvPr>
        </p:nvSpPr>
        <p:spPr>
          <a:xfrm>
            <a:off x="694944" y="466347"/>
            <a:ext cx="4803104" cy="1676960"/>
          </a:xfrm>
        </p:spPr>
        <p:txBody>
          <a:bodyPr/>
          <a:lstStyle/>
          <a:p>
            <a:r>
              <a:rPr lang="en-US" dirty="0"/>
              <a:t>Section 8: Step 4C - Chained Bayesian DAG Visualization</a:t>
            </a:r>
            <a:br>
              <a:rPr lang="en-US" dirty="0"/>
            </a:br>
            <a:br>
              <a:rPr lang="en-US" dirty="0"/>
            </a:br>
            <a:br>
              <a:rPr lang="en-US" dirty="0"/>
            </a:br>
            <a:br>
              <a:rPr lang="en-US" dirty="0"/>
            </a:br>
            <a:br>
              <a:rPr lang="en-US" dirty="0"/>
            </a:br>
            <a:br>
              <a:rPr lang="en-US" dirty="0"/>
            </a:br>
            <a:br>
              <a:rPr lang="en-US" dirty="0"/>
            </a:br>
            <a:endParaRPr lang="en-US" dirty="0"/>
          </a:p>
        </p:txBody>
      </p:sp>
      <p:sp>
        <p:nvSpPr>
          <p:cNvPr id="451" name="Text Placeholder 450">
            <a:extLst>
              <a:ext uri="{FF2B5EF4-FFF2-40B4-BE49-F238E27FC236}">
                <a16:creationId xmlns:a16="http://schemas.microsoft.com/office/drawing/2014/main" id="{F26B5AE1-9603-7052-B50D-63B171F7A8F6}"/>
              </a:ext>
            </a:extLst>
          </p:cNvPr>
          <p:cNvSpPr>
            <a:spLocks noGrp="1"/>
          </p:cNvSpPr>
          <p:nvPr>
            <p:ph type="body" sz="quarter" idx="15"/>
          </p:nvPr>
        </p:nvSpPr>
        <p:spPr>
          <a:xfrm>
            <a:off x="65930" y="5714682"/>
            <a:ext cx="11763028" cy="566309"/>
          </a:xfrm>
        </p:spPr>
        <p:txBody>
          <a:bodyPr/>
          <a:lstStyle/>
          <a:p>
            <a:pPr algn="l"/>
            <a:r>
              <a:rPr lang="en-US" b="0" dirty="0"/>
              <a:t>Visual modeling of information flows aligns with Hubbard's emphasis on systematic approaches to measurement in </a:t>
            </a:r>
            <a:r>
              <a:rPr lang="en-US" b="0" i="1" dirty="0"/>
              <a:t>How to Measure Anything</a:t>
            </a:r>
            <a:r>
              <a:rPr lang="en-US" b="0" dirty="0"/>
              <a:t> (Chapter 7: "The Measurement Process").</a:t>
            </a:r>
            <a:endParaRPr lang="en-US" dirty="0"/>
          </a:p>
        </p:txBody>
      </p:sp>
      <p:sp>
        <p:nvSpPr>
          <p:cNvPr id="3" name="Slide Number Placeholder 2">
            <a:extLst>
              <a:ext uri="{FF2B5EF4-FFF2-40B4-BE49-F238E27FC236}">
                <a16:creationId xmlns:a16="http://schemas.microsoft.com/office/drawing/2014/main" id="{65B54A5D-DDE9-EC35-832A-51D24C6DA22F}"/>
              </a:ext>
            </a:extLst>
          </p:cNvPr>
          <p:cNvSpPr>
            <a:spLocks noGrp="1"/>
          </p:cNvSpPr>
          <p:nvPr>
            <p:ph type="sldNum" sz="quarter" idx="4"/>
          </p:nvPr>
        </p:nvSpPr>
        <p:spPr>
          <a:xfrm>
            <a:off x="10983397" y="6433754"/>
            <a:ext cx="531946" cy="365125"/>
          </a:xfrm>
        </p:spPr>
        <p:txBody>
          <a:bodyPr/>
          <a:lstStyle/>
          <a:p>
            <a:fld id="{07165E6F-54ED-4977-A15E-D44BE7238A65}" type="slidenum">
              <a:rPr lang="en-US" smtClean="0"/>
              <a:pPr/>
              <a:t>11</a:t>
            </a:fld>
            <a:endParaRPr lang="en-US"/>
          </a:p>
        </p:txBody>
      </p:sp>
      <p:sp>
        <p:nvSpPr>
          <p:cNvPr id="7" name="TextBox 6">
            <a:extLst>
              <a:ext uri="{FF2B5EF4-FFF2-40B4-BE49-F238E27FC236}">
                <a16:creationId xmlns:a16="http://schemas.microsoft.com/office/drawing/2014/main" id="{F01E07AE-1966-CB2F-0BCE-619FD36325D0}"/>
              </a:ext>
            </a:extLst>
          </p:cNvPr>
          <p:cNvSpPr txBox="1"/>
          <p:nvPr/>
        </p:nvSpPr>
        <p:spPr>
          <a:xfrm>
            <a:off x="5154342" y="223276"/>
            <a:ext cx="6674616" cy="4785926"/>
          </a:xfrm>
          <a:prstGeom prst="rect">
            <a:avLst/>
          </a:prstGeom>
          <a:noFill/>
        </p:spPr>
        <p:txBody>
          <a:bodyPr wrap="square">
            <a:spAutoFit/>
          </a:bodyPr>
          <a:lstStyle/>
          <a:p>
            <a:pPr algn="l">
              <a:spcBef>
                <a:spcPts val="1800"/>
              </a:spcBef>
              <a:spcAft>
                <a:spcPts val="1200"/>
              </a:spcAft>
              <a:buNone/>
            </a:pPr>
            <a:r>
              <a:rPr lang="en-US" b="1" i="0" dirty="0">
                <a:effectLst/>
                <a:latin typeface="-apple-system"/>
              </a:rPr>
              <a:t>Objective - </a:t>
            </a:r>
            <a:r>
              <a:rPr lang="en-US" b="0" i="0" dirty="0">
                <a:effectLst/>
                <a:latin typeface="-apple-system"/>
              </a:rPr>
              <a:t>Visualize the complete Bayesian measurement chain.</a:t>
            </a:r>
          </a:p>
          <a:p>
            <a:r>
              <a:rPr lang="en-US" b="1" dirty="0"/>
              <a:t>Process</a:t>
            </a:r>
          </a:p>
          <a:p>
            <a:pPr algn="l">
              <a:buFont typeface="+mj-lt"/>
              <a:buAutoNum type="arabicPeriod"/>
            </a:pPr>
            <a:r>
              <a:rPr lang="en-US" b="0" i="0" dirty="0">
                <a:effectLst/>
                <a:latin typeface="-apple-system"/>
              </a:rPr>
              <a:t>Parse measurement nodes from validated JSON</a:t>
            </a:r>
          </a:p>
          <a:p>
            <a:pPr algn="l">
              <a:buFont typeface="+mj-lt"/>
              <a:buAutoNum type="arabicPeriod"/>
            </a:pPr>
            <a:r>
              <a:rPr lang="en-US" b="0" i="0" dirty="0">
                <a:effectLst/>
                <a:latin typeface="-apple-system"/>
              </a:rPr>
              <a:t>Build directed acyclic graph (DAG) showing dependencies</a:t>
            </a:r>
          </a:p>
          <a:p>
            <a:pPr algn="l">
              <a:buFont typeface="+mj-lt"/>
              <a:buAutoNum type="arabicPeriod"/>
            </a:pPr>
            <a:r>
              <a:rPr lang="en-US" b="0" i="0" dirty="0">
                <a:effectLst/>
                <a:latin typeface="-apple-system"/>
              </a:rPr>
              <a:t>Color-code nodes by role:</a:t>
            </a:r>
          </a:p>
          <a:p>
            <a:pPr marL="742950" lvl="1" indent="-285750" algn="l">
              <a:buFont typeface="+mj-lt"/>
              <a:buAutoNum type="arabicPeriod"/>
            </a:pPr>
            <a:r>
              <a:rPr lang="en-US" b="1" i="0" dirty="0">
                <a:effectLst/>
                <a:latin typeface="-apple-system"/>
              </a:rPr>
              <a:t>Prior</a:t>
            </a:r>
            <a:r>
              <a:rPr lang="en-US" b="0" i="0" dirty="0">
                <a:effectLst/>
                <a:latin typeface="-apple-system"/>
              </a:rPr>
              <a:t> (blue): Initial beliefs</a:t>
            </a:r>
          </a:p>
          <a:p>
            <a:pPr marL="742950" lvl="1" indent="-285750" algn="l">
              <a:buFont typeface="+mj-lt"/>
              <a:buAutoNum type="arabicPeriod"/>
            </a:pPr>
            <a:r>
              <a:rPr lang="en-US" b="1" i="0" dirty="0">
                <a:effectLst/>
                <a:latin typeface="-apple-system"/>
              </a:rPr>
              <a:t>Likelihood</a:t>
            </a:r>
            <a:r>
              <a:rPr lang="en-US" b="0" i="0" dirty="0">
                <a:effectLst/>
                <a:latin typeface="-apple-system"/>
              </a:rPr>
              <a:t> (orange): Observed evidence</a:t>
            </a:r>
          </a:p>
          <a:p>
            <a:pPr marL="742950" lvl="1" indent="-285750" algn="l">
              <a:buFont typeface="+mj-lt"/>
              <a:buAutoNum type="arabicPeriod"/>
            </a:pPr>
            <a:r>
              <a:rPr lang="en-US" b="1" i="0" dirty="0">
                <a:effectLst/>
                <a:latin typeface="-apple-system"/>
              </a:rPr>
              <a:t>Posterior</a:t>
            </a:r>
            <a:r>
              <a:rPr lang="en-US" b="0" i="0" dirty="0">
                <a:effectLst/>
                <a:latin typeface="-apple-system"/>
              </a:rPr>
              <a:t> (green): Updated beliefs</a:t>
            </a:r>
          </a:p>
          <a:p>
            <a:pPr marL="742950" lvl="1" indent="-285750" algn="l">
              <a:buFont typeface="+mj-lt"/>
              <a:buAutoNum type="arabicPeriod"/>
            </a:pPr>
            <a:r>
              <a:rPr lang="en-US" b="1" i="0" dirty="0">
                <a:effectLst/>
                <a:latin typeface="-apple-system"/>
              </a:rPr>
              <a:t>Decision variable</a:t>
            </a:r>
            <a:r>
              <a:rPr lang="en-US" b="0" i="0" dirty="0">
                <a:effectLst/>
                <a:latin typeface="-apple-system"/>
              </a:rPr>
              <a:t> (purple): Quantities for decision making</a:t>
            </a:r>
          </a:p>
          <a:p>
            <a:pPr marL="742950" lvl="1" indent="-285750" algn="l">
              <a:buFont typeface="+mj-lt"/>
              <a:buAutoNum type="arabicPeriod"/>
            </a:pPr>
            <a:r>
              <a:rPr lang="en-US" b="1" i="0" dirty="0">
                <a:effectLst/>
                <a:latin typeface="-apple-system"/>
              </a:rPr>
              <a:t>Cost node</a:t>
            </a:r>
            <a:r>
              <a:rPr lang="en-US" b="0" i="0" dirty="0">
                <a:effectLst/>
                <a:latin typeface="-apple-system"/>
              </a:rPr>
              <a:t> (red): Economic consequences</a:t>
            </a:r>
          </a:p>
          <a:p>
            <a:pPr algn="l">
              <a:spcBef>
                <a:spcPts val="1800"/>
              </a:spcBef>
              <a:spcAft>
                <a:spcPts val="1200"/>
              </a:spcAft>
              <a:buNone/>
            </a:pPr>
            <a:r>
              <a:rPr lang="en-US" b="1" i="0" dirty="0">
                <a:effectLst/>
                <a:latin typeface="-apple-system"/>
              </a:rPr>
              <a:t>Benefits</a:t>
            </a:r>
          </a:p>
          <a:p>
            <a:pPr algn="l">
              <a:buFont typeface="Arial" panose="020B0604020202020204" pitchFamily="34" charset="0"/>
              <a:buChar char="•"/>
            </a:pPr>
            <a:r>
              <a:rPr lang="en-US" b="0" i="0" dirty="0">
                <a:effectLst/>
                <a:latin typeface="-apple-system"/>
              </a:rPr>
              <a:t>Clear visualization of information flow</a:t>
            </a:r>
          </a:p>
          <a:p>
            <a:pPr algn="l">
              <a:buFont typeface="Arial" panose="020B0604020202020204" pitchFamily="34" charset="0"/>
              <a:buChar char="•"/>
            </a:pPr>
            <a:r>
              <a:rPr lang="en-US" b="0" i="0" dirty="0">
                <a:effectLst/>
                <a:latin typeface="-apple-system"/>
              </a:rPr>
              <a:t>Identifies critical path dependencies</a:t>
            </a:r>
          </a:p>
          <a:p>
            <a:pPr algn="l">
              <a:buFont typeface="Arial" panose="020B0604020202020204" pitchFamily="34" charset="0"/>
              <a:buChar char="•"/>
            </a:pPr>
            <a:r>
              <a:rPr lang="en-US" b="0" i="0" dirty="0">
                <a:effectLst/>
                <a:latin typeface="-apple-system"/>
              </a:rPr>
              <a:t>Validates model structure</a:t>
            </a:r>
          </a:p>
          <a:p>
            <a:pPr algn="l">
              <a:buFont typeface="Arial" panose="020B0604020202020204" pitchFamily="34" charset="0"/>
              <a:buChar char="•"/>
            </a:pPr>
            <a:r>
              <a:rPr lang="en-US" b="0" i="0" dirty="0">
                <a:effectLst/>
                <a:latin typeface="-apple-system"/>
              </a:rPr>
              <a:t>Communicates approach to stakeholders</a:t>
            </a:r>
          </a:p>
        </p:txBody>
      </p:sp>
      <p:pic>
        <p:nvPicPr>
          <p:cNvPr id="10" name="Picture 9">
            <a:extLst>
              <a:ext uri="{FF2B5EF4-FFF2-40B4-BE49-F238E27FC236}">
                <a16:creationId xmlns:a16="http://schemas.microsoft.com/office/drawing/2014/main" id="{C5206329-E08F-F739-97AA-E04E5B266DD6}"/>
              </a:ext>
            </a:extLst>
          </p:cNvPr>
          <p:cNvPicPr>
            <a:picLocks noChangeAspect="1"/>
          </p:cNvPicPr>
          <p:nvPr/>
        </p:nvPicPr>
        <p:blipFill>
          <a:blip r:embed="rId4"/>
          <a:stretch>
            <a:fillRect/>
          </a:stretch>
        </p:blipFill>
        <p:spPr>
          <a:xfrm>
            <a:off x="171822" y="1874393"/>
            <a:ext cx="4982519" cy="3554995"/>
          </a:xfrm>
          <a:prstGeom prst="rect">
            <a:avLst/>
          </a:prstGeom>
        </p:spPr>
      </p:pic>
      <p:sp>
        <p:nvSpPr>
          <p:cNvPr id="13" name="BJPseudoFooter">
            <a:extLst>
              <a:ext uri="{FF2B5EF4-FFF2-40B4-BE49-F238E27FC236}">
                <a16:creationId xmlns:a16="http://schemas.microsoft.com/office/drawing/2014/main" id="{54D86DBD-32A9-E8A1-2A8B-683374EB30A7}"/>
              </a:ext>
            </a:extLst>
          </p:cNvPr>
          <p:cNvSpPr txBox="1"/>
          <p:nvPr>
            <p:custDataLst>
              <p:tags r:id="rId1"/>
            </p:custDataLst>
          </p:nvPr>
        </p:nvSpPr>
        <p:spPr>
          <a:xfrm>
            <a:off x="3963044" y="6519446"/>
            <a:ext cx="4265911" cy="338554"/>
          </a:xfrm>
          <a:prstGeom prst="rect">
            <a:avLst/>
          </a:prstGeom>
          <a:noFill/>
        </p:spPr>
        <p:txBody>
          <a:bodyPr vert="horz" wrap="none" rtlCol="0">
            <a:spAutoFit/>
          </a:bodyPr>
          <a:lstStyle/>
          <a:p>
            <a:pPr algn="ctr"/>
            <a:r>
              <a:rPr lang="en-US" sz="800">
                <a:solidFill>
                  <a:srgbClr val="000000"/>
                </a:solidFill>
              </a:rPr>
              <a:t>RTX Corporation (Corporate) - Company Use
This document does not contain any export controlled technical material/data/information.</a:t>
            </a:r>
          </a:p>
        </p:txBody>
      </p:sp>
    </p:spTree>
    <p:extLst>
      <p:ext uri="{BB962C8B-B14F-4D97-AF65-F5344CB8AC3E}">
        <p14:creationId xmlns:p14="http://schemas.microsoft.com/office/powerpoint/2010/main" val="34683390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59D09-5AE3-3A16-FD5F-C94ED829CAB5}"/>
            </a:ext>
          </a:extLst>
        </p:cNvPr>
        <p:cNvGrpSpPr/>
        <p:nvPr/>
      </p:nvGrpSpPr>
      <p:grpSpPr>
        <a:xfrm>
          <a:off x="0" y="0"/>
          <a:ext cx="0" cy="0"/>
          <a:chOff x="0" y="0"/>
          <a:chExt cx="0" cy="0"/>
        </a:xfrm>
      </p:grpSpPr>
      <p:sp>
        <p:nvSpPr>
          <p:cNvPr id="449" name="Title 448">
            <a:extLst>
              <a:ext uri="{FF2B5EF4-FFF2-40B4-BE49-F238E27FC236}">
                <a16:creationId xmlns:a16="http://schemas.microsoft.com/office/drawing/2014/main" id="{47B277F3-240C-F582-EE06-5A1F651716B6}"/>
              </a:ext>
            </a:extLst>
          </p:cNvPr>
          <p:cNvSpPr>
            <a:spLocks noGrp="1"/>
          </p:cNvSpPr>
          <p:nvPr>
            <p:ph type="title"/>
          </p:nvPr>
        </p:nvSpPr>
        <p:spPr>
          <a:xfrm>
            <a:off x="694944" y="466347"/>
            <a:ext cx="4803104" cy="1316733"/>
          </a:xfrm>
        </p:spPr>
        <p:txBody>
          <a:bodyPr/>
          <a:lstStyle/>
          <a:p>
            <a:r>
              <a:rPr lang="en-US" dirty="0"/>
              <a:t>Section 9: </a:t>
            </a:r>
            <a:br>
              <a:rPr lang="en-US" dirty="0"/>
            </a:br>
            <a:r>
              <a:rPr lang="en-US" dirty="0"/>
              <a:t>Step 5 - Monte Carlo Simulation &amp; Decision</a:t>
            </a:r>
            <a:br>
              <a:rPr lang="en-US" dirty="0"/>
            </a:br>
            <a:br>
              <a:rPr lang="en-US" dirty="0"/>
            </a:br>
            <a:br>
              <a:rPr lang="en-US" dirty="0"/>
            </a:br>
            <a:br>
              <a:rPr lang="en-US" dirty="0"/>
            </a:br>
            <a:br>
              <a:rPr lang="en-US" dirty="0"/>
            </a:br>
            <a:br>
              <a:rPr lang="en-US" dirty="0"/>
            </a:br>
            <a:br>
              <a:rPr lang="en-US" dirty="0"/>
            </a:br>
            <a:br>
              <a:rPr lang="en-US" dirty="0"/>
            </a:br>
            <a:endParaRPr lang="en-US" dirty="0"/>
          </a:p>
        </p:txBody>
      </p:sp>
      <p:sp>
        <p:nvSpPr>
          <p:cNvPr id="451" name="Text Placeholder 450">
            <a:extLst>
              <a:ext uri="{FF2B5EF4-FFF2-40B4-BE49-F238E27FC236}">
                <a16:creationId xmlns:a16="http://schemas.microsoft.com/office/drawing/2014/main" id="{9282102B-023F-B0DE-4E9F-6C4B97F46628}"/>
              </a:ext>
            </a:extLst>
          </p:cNvPr>
          <p:cNvSpPr>
            <a:spLocks noGrp="1"/>
          </p:cNvSpPr>
          <p:nvPr>
            <p:ph type="body" sz="quarter" idx="15"/>
          </p:nvPr>
        </p:nvSpPr>
        <p:spPr>
          <a:xfrm>
            <a:off x="65930" y="5714682"/>
            <a:ext cx="11763028" cy="566309"/>
          </a:xfrm>
        </p:spPr>
        <p:txBody>
          <a:bodyPr/>
          <a:lstStyle/>
          <a:p>
            <a:pPr algn="l"/>
            <a:r>
              <a:rPr lang="en-US" b="0" dirty="0"/>
              <a:t>Monte Carlo simulation for decision analysis reflects Hubbard's emphasis on probabilistic thinking in </a:t>
            </a:r>
            <a:r>
              <a:rPr lang="en-US" b="0" i="1" dirty="0"/>
              <a:t>How to Measure Anything</a:t>
            </a:r>
            <a:r>
              <a:rPr lang="en-US" b="0" dirty="0"/>
              <a:t> (Chapter 8: "Decision Making").</a:t>
            </a:r>
            <a:endParaRPr lang="en-US" dirty="0"/>
          </a:p>
        </p:txBody>
      </p:sp>
      <p:sp>
        <p:nvSpPr>
          <p:cNvPr id="3" name="Slide Number Placeholder 2">
            <a:extLst>
              <a:ext uri="{FF2B5EF4-FFF2-40B4-BE49-F238E27FC236}">
                <a16:creationId xmlns:a16="http://schemas.microsoft.com/office/drawing/2014/main" id="{DD4FDCAD-79EA-0AC6-9088-70E91F8BB31C}"/>
              </a:ext>
            </a:extLst>
          </p:cNvPr>
          <p:cNvSpPr>
            <a:spLocks noGrp="1"/>
          </p:cNvSpPr>
          <p:nvPr>
            <p:ph type="sldNum" sz="quarter" idx="4"/>
          </p:nvPr>
        </p:nvSpPr>
        <p:spPr>
          <a:xfrm>
            <a:off x="10983397" y="6433754"/>
            <a:ext cx="531946" cy="365125"/>
          </a:xfrm>
        </p:spPr>
        <p:txBody>
          <a:bodyPr/>
          <a:lstStyle/>
          <a:p>
            <a:fld id="{07165E6F-54ED-4977-A15E-D44BE7238A65}" type="slidenum">
              <a:rPr lang="en-US" smtClean="0"/>
              <a:pPr/>
              <a:t>12</a:t>
            </a:fld>
            <a:endParaRPr lang="en-US"/>
          </a:p>
        </p:txBody>
      </p:sp>
      <p:sp>
        <p:nvSpPr>
          <p:cNvPr id="5" name="TextBox 4">
            <a:extLst>
              <a:ext uri="{FF2B5EF4-FFF2-40B4-BE49-F238E27FC236}">
                <a16:creationId xmlns:a16="http://schemas.microsoft.com/office/drawing/2014/main" id="{21E48007-92E0-A974-94DC-261BB0B4567A}"/>
              </a:ext>
            </a:extLst>
          </p:cNvPr>
          <p:cNvSpPr txBox="1"/>
          <p:nvPr/>
        </p:nvSpPr>
        <p:spPr>
          <a:xfrm>
            <a:off x="5653278" y="210026"/>
            <a:ext cx="6094476" cy="5493812"/>
          </a:xfrm>
          <a:prstGeom prst="rect">
            <a:avLst/>
          </a:prstGeom>
          <a:noFill/>
        </p:spPr>
        <p:txBody>
          <a:bodyPr wrap="square">
            <a:spAutoFit/>
          </a:bodyPr>
          <a:lstStyle/>
          <a:p>
            <a:pPr algn="l">
              <a:spcBef>
                <a:spcPts val="1800"/>
              </a:spcBef>
              <a:spcAft>
                <a:spcPts val="1200"/>
              </a:spcAft>
              <a:buNone/>
            </a:pPr>
            <a:r>
              <a:rPr lang="en-US" b="1" i="0" dirty="0">
                <a:effectLst/>
                <a:latin typeface="-apple-system"/>
              </a:rPr>
              <a:t>Objective - </a:t>
            </a:r>
            <a:r>
              <a:rPr lang="en-US" b="0" i="0" dirty="0">
                <a:effectLst/>
                <a:latin typeface="-apple-system"/>
              </a:rPr>
              <a:t>Simulate decision outcomes and make evidence-based recommendations.</a:t>
            </a:r>
          </a:p>
          <a:p>
            <a:r>
              <a:rPr lang="en-US" b="1" dirty="0"/>
              <a:t>Process</a:t>
            </a:r>
          </a:p>
          <a:p>
            <a:pPr algn="l">
              <a:buFont typeface="+mj-lt"/>
              <a:buAutoNum type="arabicPeriod"/>
            </a:pPr>
            <a:r>
              <a:rPr lang="en-US" b="1" i="0" dirty="0">
                <a:effectLst/>
                <a:latin typeface="-apple-system"/>
              </a:rPr>
              <a:t>Sample from posterior distribution</a:t>
            </a:r>
            <a:r>
              <a:rPr lang="en-US" b="0" i="0" dirty="0">
                <a:effectLst/>
                <a:latin typeface="-apple-system"/>
              </a:rPr>
              <a:t> of failure rate λ</a:t>
            </a:r>
          </a:p>
          <a:p>
            <a:pPr algn="l">
              <a:buFont typeface="+mj-lt"/>
              <a:buAutoNum type="arabicPeriod"/>
            </a:pPr>
            <a:r>
              <a:rPr lang="en-US" b="1" i="0" dirty="0">
                <a:effectLst/>
                <a:latin typeface="-apple-system"/>
              </a:rPr>
              <a:t>Propagate uncertainty</a:t>
            </a:r>
            <a:r>
              <a:rPr lang="en-US" b="0" i="0" dirty="0">
                <a:effectLst/>
                <a:latin typeface="-apple-system"/>
              </a:rPr>
              <a:t> through cost model:</a:t>
            </a:r>
          </a:p>
          <a:p>
            <a:pPr marL="742950" lvl="1" indent="-285750" algn="l">
              <a:buFont typeface="Arial" panose="020B0604020202020204" pitchFamily="34" charset="0"/>
              <a:buChar char="•"/>
            </a:pPr>
            <a:r>
              <a:rPr lang="en-US" b="0" i="0" dirty="0">
                <a:effectLst/>
                <a:latin typeface="-apple-system"/>
              </a:rPr>
              <a:t>Expected failures under each strategy</a:t>
            </a:r>
          </a:p>
          <a:p>
            <a:pPr marL="742950" lvl="1" indent="-285750" algn="l">
              <a:buFont typeface="Arial" panose="020B0604020202020204" pitchFamily="34" charset="0"/>
              <a:buChar char="•"/>
            </a:pPr>
            <a:r>
              <a:rPr lang="en-US" b="0" i="0" dirty="0">
                <a:effectLst/>
                <a:latin typeface="-apple-system"/>
              </a:rPr>
              <a:t>Total cost distributions</a:t>
            </a:r>
          </a:p>
          <a:p>
            <a:pPr algn="l">
              <a:buFont typeface="+mj-lt"/>
              <a:buAutoNum type="arabicPeriod"/>
            </a:pPr>
            <a:r>
              <a:rPr lang="en-US" b="1" i="0" dirty="0">
                <a:effectLst/>
                <a:latin typeface="-apple-system"/>
              </a:rPr>
              <a:t>Compare strategies</a:t>
            </a:r>
            <a:r>
              <a:rPr lang="en-US" b="0" i="0" dirty="0">
                <a:effectLst/>
                <a:latin typeface="-apple-system"/>
              </a:rPr>
              <a:t> using Monte Carlo simulation:</a:t>
            </a:r>
          </a:p>
          <a:p>
            <a:pPr marL="742950" lvl="1" indent="-285750" algn="l">
              <a:buFont typeface="Arial" panose="020B0604020202020204" pitchFamily="34" charset="0"/>
              <a:buChar char="•"/>
            </a:pPr>
            <a:r>
              <a:rPr lang="en-US" b="0" i="0" dirty="0">
                <a:effectLst/>
                <a:latin typeface="-apple-system"/>
              </a:rPr>
              <a:t>Cost distribution overlap</a:t>
            </a:r>
          </a:p>
          <a:p>
            <a:pPr marL="742950" lvl="1" indent="-285750" algn="l">
              <a:buFont typeface="Arial" panose="020B0604020202020204" pitchFamily="34" charset="0"/>
              <a:buChar char="•"/>
            </a:pPr>
            <a:r>
              <a:rPr lang="en-US" b="0" i="0" dirty="0">
                <a:effectLst/>
                <a:latin typeface="-apple-system"/>
              </a:rPr>
              <a:t>Probability of each strategy being cheaper</a:t>
            </a:r>
          </a:p>
          <a:p>
            <a:pPr marL="742950" lvl="1" indent="-285750" algn="l">
              <a:buFont typeface="Arial" panose="020B0604020202020204" pitchFamily="34" charset="0"/>
              <a:buChar char="•"/>
            </a:pPr>
            <a:r>
              <a:rPr lang="en-US" b="0" i="0" dirty="0">
                <a:effectLst/>
                <a:latin typeface="-apple-system"/>
              </a:rPr>
              <a:t>Expected savings</a:t>
            </a:r>
          </a:p>
          <a:p>
            <a:pPr algn="l">
              <a:spcBef>
                <a:spcPts val="1800"/>
              </a:spcBef>
              <a:spcAft>
                <a:spcPts val="1200"/>
              </a:spcAft>
              <a:buNone/>
            </a:pPr>
            <a:r>
              <a:rPr lang="en-US" b="1" i="0" dirty="0">
                <a:effectLst/>
                <a:latin typeface="-apple-system"/>
              </a:rPr>
              <a:t>Decision Framework</a:t>
            </a:r>
          </a:p>
          <a:p>
            <a:pPr algn="l">
              <a:spcAft>
                <a:spcPts val="1200"/>
              </a:spcAft>
              <a:buNone/>
            </a:pPr>
            <a:r>
              <a:rPr lang="en-US" b="1" i="0" dirty="0">
                <a:effectLst/>
                <a:latin typeface="-apple-system"/>
              </a:rPr>
              <a:t>Recommendation Criteria</a:t>
            </a:r>
            <a:r>
              <a:rPr lang="en-US" b="0" i="0" dirty="0">
                <a:effectLst/>
                <a:latin typeface="-apple-system"/>
              </a:rPr>
              <a:t>:</a:t>
            </a:r>
          </a:p>
          <a:p>
            <a:pPr algn="l">
              <a:buFont typeface="Arial" panose="020B0604020202020204" pitchFamily="34" charset="0"/>
              <a:buChar char="•"/>
            </a:pPr>
            <a:r>
              <a:rPr lang="en-US" b="0" i="0" dirty="0">
                <a:effectLst/>
                <a:latin typeface="-apple-system"/>
              </a:rPr>
              <a:t>Strategy with lower expected cost</a:t>
            </a:r>
          </a:p>
          <a:p>
            <a:pPr algn="l">
              <a:buFont typeface="Arial" panose="020B0604020202020204" pitchFamily="34" charset="0"/>
              <a:buChar char="•"/>
            </a:pPr>
            <a:r>
              <a:rPr lang="en-US" b="0" i="0" dirty="0">
                <a:effectLst/>
                <a:latin typeface="-apple-system"/>
              </a:rPr>
              <a:t>Probability of being cheaper (&gt;50%)</a:t>
            </a:r>
          </a:p>
          <a:p>
            <a:pPr algn="l">
              <a:buFont typeface="Arial" panose="020B0604020202020204" pitchFamily="34" charset="0"/>
              <a:buChar char="•"/>
            </a:pPr>
            <a:r>
              <a:rPr lang="en-US" b="0" i="0" dirty="0">
                <a:effectLst/>
                <a:latin typeface="-apple-system"/>
              </a:rPr>
              <a:t>Expected savings magnitude</a:t>
            </a:r>
          </a:p>
          <a:p>
            <a:pPr algn="l">
              <a:buFont typeface="Arial" panose="020B0604020202020204" pitchFamily="34" charset="0"/>
              <a:buChar char="•"/>
            </a:pPr>
            <a:r>
              <a:rPr lang="en-US" b="0" i="0" dirty="0">
                <a:effectLst/>
                <a:latin typeface="-apple-system"/>
              </a:rPr>
              <a:t>EVPI consideration for future investments</a:t>
            </a:r>
          </a:p>
        </p:txBody>
      </p:sp>
      <p:sp>
        <p:nvSpPr>
          <p:cNvPr id="12" name="TextBox 11">
            <a:extLst>
              <a:ext uri="{FF2B5EF4-FFF2-40B4-BE49-F238E27FC236}">
                <a16:creationId xmlns:a16="http://schemas.microsoft.com/office/drawing/2014/main" id="{59E160A6-2228-29C7-347E-347113D323B2}"/>
              </a:ext>
            </a:extLst>
          </p:cNvPr>
          <p:cNvSpPr txBox="1"/>
          <p:nvPr/>
        </p:nvSpPr>
        <p:spPr>
          <a:xfrm>
            <a:off x="444246" y="3728960"/>
            <a:ext cx="6094476" cy="1631216"/>
          </a:xfrm>
          <a:prstGeom prst="rect">
            <a:avLst/>
          </a:prstGeom>
          <a:noFill/>
        </p:spPr>
        <p:txBody>
          <a:bodyPr wrap="square">
            <a:spAutoFit/>
          </a:bodyPr>
          <a:lstStyle/>
          <a:p>
            <a:pPr algn="l">
              <a:spcBef>
                <a:spcPts val="1800"/>
              </a:spcBef>
              <a:spcAft>
                <a:spcPts val="1200"/>
              </a:spcAft>
              <a:buNone/>
            </a:pPr>
            <a:r>
              <a:rPr lang="en-US" b="1" i="0" dirty="0">
                <a:effectLst/>
                <a:latin typeface="-apple-system"/>
              </a:rPr>
              <a:t>Output</a:t>
            </a:r>
          </a:p>
          <a:p>
            <a:pPr algn="l">
              <a:buFont typeface="Arial" panose="020B0604020202020204" pitchFamily="34" charset="0"/>
              <a:buChar char="•"/>
            </a:pPr>
            <a:r>
              <a:rPr lang="en-US" b="1" i="0" dirty="0">
                <a:effectLst/>
                <a:latin typeface="-apple-system"/>
              </a:rPr>
              <a:t>Quantitative summary</a:t>
            </a:r>
            <a:r>
              <a:rPr lang="en-US" b="0" i="0" dirty="0">
                <a:effectLst/>
                <a:latin typeface="-apple-system"/>
              </a:rPr>
              <a:t> of strategy comparison</a:t>
            </a:r>
          </a:p>
          <a:p>
            <a:pPr algn="l">
              <a:buFont typeface="Arial" panose="020B0604020202020204" pitchFamily="34" charset="0"/>
              <a:buChar char="•"/>
            </a:pPr>
            <a:r>
              <a:rPr lang="en-US" b="1" i="0" dirty="0">
                <a:effectLst/>
                <a:latin typeface="-apple-system"/>
              </a:rPr>
              <a:t>Visualizations</a:t>
            </a:r>
            <a:r>
              <a:rPr lang="en-US" b="0" i="0" dirty="0">
                <a:effectLst/>
                <a:latin typeface="-apple-system"/>
              </a:rPr>
              <a:t> of cost distributions and savings</a:t>
            </a:r>
          </a:p>
          <a:p>
            <a:pPr algn="l">
              <a:buFont typeface="Arial" panose="020B0604020202020204" pitchFamily="34" charset="0"/>
              <a:buChar char="•"/>
            </a:pPr>
            <a:r>
              <a:rPr lang="en-US" b="1" i="0" dirty="0">
                <a:effectLst/>
                <a:latin typeface="-apple-system"/>
              </a:rPr>
              <a:t>Clear recommendation</a:t>
            </a:r>
            <a:r>
              <a:rPr lang="en-US" b="0" i="0" dirty="0">
                <a:effectLst/>
                <a:latin typeface="-apple-system"/>
              </a:rPr>
              <a:t> with confidence metrics</a:t>
            </a:r>
          </a:p>
          <a:p>
            <a:pPr algn="l">
              <a:buFont typeface="Arial" panose="020B0604020202020204" pitchFamily="34" charset="0"/>
              <a:buChar char="•"/>
            </a:pPr>
            <a:r>
              <a:rPr lang="en-US" b="1" i="0" dirty="0">
                <a:effectLst/>
                <a:latin typeface="-apple-system"/>
              </a:rPr>
              <a:t>Future action guidance</a:t>
            </a:r>
            <a:r>
              <a:rPr lang="en-US" b="0" i="0" dirty="0">
                <a:effectLst/>
                <a:latin typeface="-apple-system"/>
              </a:rPr>
              <a:t> based on EVPI</a:t>
            </a:r>
          </a:p>
        </p:txBody>
      </p:sp>
      <p:sp>
        <p:nvSpPr>
          <p:cNvPr id="14" name="BJPseudoFooter">
            <a:extLst>
              <a:ext uri="{FF2B5EF4-FFF2-40B4-BE49-F238E27FC236}">
                <a16:creationId xmlns:a16="http://schemas.microsoft.com/office/drawing/2014/main" id="{83897171-E777-5787-D1C9-2B6E5CF37A05}"/>
              </a:ext>
            </a:extLst>
          </p:cNvPr>
          <p:cNvSpPr txBox="1"/>
          <p:nvPr>
            <p:custDataLst>
              <p:tags r:id="rId1"/>
            </p:custDataLst>
          </p:nvPr>
        </p:nvSpPr>
        <p:spPr>
          <a:xfrm>
            <a:off x="3963044" y="6519446"/>
            <a:ext cx="4265911" cy="338554"/>
          </a:xfrm>
          <a:prstGeom prst="rect">
            <a:avLst/>
          </a:prstGeom>
          <a:noFill/>
        </p:spPr>
        <p:txBody>
          <a:bodyPr vert="horz" wrap="none" rtlCol="0">
            <a:spAutoFit/>
          </a:bodyPr>
          <a:lstStyle/>
          <a:p>
            <a:pPr algn="ctr"/>
            <a:r>
              <a:rPr lang="en-US" sz="800">
                <a:solidFill>
                  <a:srgbClr val="000000"/>
                </a:solidFill>
              </a:rPr>
              <a:t>RTX Corporation (Corporate) - Company Use
This document does not contain any export controlled technical material/data/information.</a:t>
            </a:r>
          </a:p>
        </p:txBody>
      </p:sp>
    </p:spTree>
    <p:extLst>
      <p:ext uri="{BB962C8B-B14F-4D97-AF65-F5344CB8AC3E}">
        <p14:creationId xmlns:p14="http://schemas.microsoft.com/office/powerpoint/2010/main" val="38220990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 name="Title 474">
            <a:extLst>
              <a:ext uri="{FF2B5EF4-FFF2-40B4-BE49-F238E27FC236}">
                <a16:creationId xmlns:a16="http://schemas.microsoft.com/office/drawing/2014/main" id="{6EC08EF7-E3AB-FA65-B2EE-772244EC9A6B}"/>
              </a:ext>
            </a:extLst>
          </p:cNvPr>
          <p:cNvSpPr>
            <a:spLocks noGrp="1"/>
          </p:cNvSpPr>
          <p:nvPr>
            <p:ph type="title"/>
          </p:nvPr>
        </p:nvSpPr>
        <p:spPr/>
        <p:txBody>
          <a:bodyPr/>
          <a:lstStyle/>
          <a:p>
            <a:endParaRPr lang="en-US"/>
          </a:p>
        </p:txBody>
      </p:sp>
      <p:sp>
        <p:nvSpPr>
          <p:cNvPr id="478" name="Picture Placeholder 477">
            <a:extLst>
              <a:ext uri="{FF2B5EF4-FFF2-40B4-BE49-F238E27FC236}">
                <a16:creationId xmlns:a16="http://schemas.microsoft.com/office/drawing/2014/main" id="{DDC5EFE6-A94B-7871-6A45-637581204385}"/>
              </a:ext>
            </a:extLst>
          </p:cNvPr>
          <p:cNvSpPr>
            <a:spLocks noGrp="1"/>
          </p:cNvSpPr>
          <p:nvPr>
            <p:ph type="pic" sz="quarter" idx="22"/>
          </p:nvPr>
        </p:nvSpPr>
        <p:spPr/>
        <p:txBody>
          <a:bodyPr/>
          <a:lstStyle/>
          <a:p>
            <a:endParaRPr lang="en-US"/>
          </a:p>
        </p:txBody>
      </p:sp>
      <p:sp>
        <p:nvSpPr>
          <p:cNvPr id="479" name="Picture Placeholder 478">
            <a:extLst>
              <a:ext uri="{FF2B5EF4-FFF2-40B4-BE49-F238E27FC236}">
                <a16:creationId xmlns:a16="http://schemas.microsoft.com/office/drawing/2014/main" id="{2E8E3401-287D-D004-00FD-44A4A57E8920}"/>
              </a:ext>
            </a:extLst>
          </p:cNvPr>
          <p:cNvSpPr>
            <a:spLocks noGrp="1"/>
          </p:cNvSpPr>
          <p:nvPr>
            <p:ph type="pic" sz="quarter" idx="23"/>
          </p:nvPr>
        </p:nvSpPr>
        <p:spPr/>
        <p:txBody>
          <a:bodyPr/>
          <a:lstStyle/>
          <a:p>
            <a:endParaRPr lang="en-US"/>
          </a:p>
        </p:txBody>
      </p:sp>
      <p:sp>
        <p:nvSpPr>
          <p:cNvPr id="480" name="Picture Placeholder 479">
            <a:extLst>
              <a:ext uri="{FF2B5EF4-FFF2-40B4-BE49-F238E27FC236}">
                <a16:creationId xmlns:a16="http://schemas.microsoft.com/office/drawing/2014/main" id="{CFE18557-6F27-CB91-2577-CBAC5A434AB1}"/>
              </a:ext>
            </a:extLst>
          </p:cNvPr>
          <p:cNvSpPr>
            <a:spLocks noGrp="1"/>
          </p:cNvSpPr>
          <p:nvPr>
            <p:ph type="pic" sz="quarter" idx="24"/>
          </p:nvPr>
        </p:nvSpPr>
        <p:spPr/>
        <p:txBody>
          <a:bodyPr/>
          <a:lstStyle/>
          <a:p>
            <a:endParaRPr lang="en-US"/>
          </a:p>
        </p:txBody>
      </p:sp>
      <p:sp>
        <p:nvSpPr>
          <p:cNvPr id="476" name="Text Placeholder 475">
            <a:extLst>
              <a:ext uri="{FF2B5EF4-FFF2-40B4-BE49-F238E27FC236}">
                <a16:creationId xmlns:a16="http://schemas.microsoft.com/office/drawing/2014/main" id="{0E3ABA75-5803-4569-80E3-E2B42EA03ABE}"/>
              </a:ext>
            </a:extLst>
          </p:cNvPr>
          <p:cNvSpPr>
            <a:spLocks noGrp="1"/>
          </p:cNvSpPr>
          <p:nvPr>
            <p:ph type="body" sz="quarter" idx="13"/>
          </p:nvPr>
        </p:nvSpPr>
        <p:spPr/>
        <p:txBody>
          <a:bodyPr/>
          <a:lstStyle/>
          <a:p>
            <a:endParaRPr lang="en-US"/>
          </a:p>
        </p:txBody>
      </p:sp>
      <p:sp>
        <p:nvSpPr>
          <p:cNvPr id="477" name="Text Placeholder 476">
            <a:extLst>
              <a:ext uri="{FF2B5EF4-FFF2-40B4-BE49-F238E27FC236}">
                <a16:creationId xmlns:a16="http://schemas.microsoft.com/office/drawing/2014/main" id="{A65F2012-38DB-A0DE-E4CE-4406A0AEA7BD}"/>
              </a:ext>
            </a:extLst>
          </p:cNvPr>
          <p:cNvSpPr>
            <a:spLocks noGrp="1"/>
          </p:cNvSpPr>
          <p:nvPr>
            <p:ph type="body" sz="quarter" idx="21"/>
          </p:nvPr>
        </p:nvSpPr>
        <p:spPr/>
        <p:txBody>
          <a:bodyPr/>
          <a:lstStyle/>
          <a:p>
            <a:endParaRPr lang="en-US"/>
          </a:p>
        </p:txBody>
      </p:sp>
      <p:sp>
        <p:nvSpPr>
          <p:cNvPr id="481" name="Text Placeholder 480">
            <a:extLst>
              <a:ext uri="{FF2B5EF4-FFF2-40B4-BE49-F238E27FC236}">
                <a16:creationId xmlns:a16="http://schemas.microsoft.com/office/drawing/2014/main" id="{774AF85B-7419-C476-2149-638E9BC28AC2}"/>
              </a:ext>
            </a:extLst>
          </p:cNvPr>
          <p:cNvSpPr>
            <a:spLocks noGrp="1"/>
          </p:cNvSpPr>
          <p:nvPr>
            <p:ph type="body" sz="quarter" idx="26"/>
          </p:nvPr>
        </p:nvSpPr>
        <p:spPr/>
        <p:txBody>
          <a:bodyPr/>
          <a:lstStyle/>
          <a:p>
            <a:endParaRPr lang="en-US"/>
          </a:p>
        </p:txBody>
      </p:sp>
      <p:sp>
        <p:nvSpPr>
          <p:cNvPr id="482" name="Text Placeholder 481">
            <a:extLst>
              <a:ext uri="{FF2B5EF4-FFF2-40B4-BE49-F238E27FC236}">
                <a16:creationId xmlns:a16="http://schemas.microsoft.com/office/drawing/2014/main" id="{6AE75A6C-1D6B-41DF-67EA-AC57539E23D2}"/>
              </a:ext>
            </a:extLst>
          </p:cNvPr>
          <p:cNvSpPr>
            <a:spLocks noGrp="1"/>
          </p:cNvSpPr>
          <p:nvPr>
            <p:ph type="body" sz="quarter" idx="27"/>
          </p:nvPr>
        </p:nvSpPr>
        <p:spPr/>
        <p:txBody>
          <a:bodyPr/>
          <a:lstStyle/>
          <a:p>
            <a:endParaRPr lang="en-US"/>
          </a:p>
        </p:txBody>
      </p:sp>
      <p:sp>
        <p:nvSpPr>
          <p:cNvPr id="483" name="Text Placeholder 482">
            <a:extLst>
              <a:ext uri="{FF2B5EF4-FFF2-40B4-BE49-F238E27FC236}">
                <a16:creationId xmlns:a16="http://schemas.microsoft.com/office/drawing/2014/main" id="{729E955F-D0C1-301B-1134-1BE2A12E7AA7}"/>
              </a:ext>
            </a:extLst>
          </p:cNvPr>
          <p:cNvSpPr>
            <a:spLocks noGrp="1"/>
          </p:cNvSpPr>
          <p:nvPr>
            <p:ph type="body" sz="quarter" idx="28"/>
          </p:nvPr>
        </p:nvSpPr>
        <p:spPr/>
        <p:txBody>
          <a:bodyPr/>
          <a:lstStyle/>
          <a:p>
            <a:endParaRPr lang="en-US"/>
          </a:p>
        </p:txBody>
      </p:sp>
      <p:sp>
        <p:nvSpPr>
          <p:cNvPr id="484" name="Text Placeholder 483">
            <a:extLst>
              <a:ext uri="{FF2B5EF4-FFF2-40B4-BE49-F238E27FC236}">
                <a16:creationId xmlns:a16="http://schemas.microsoft.com/office/drawing/2014/main" id="{49BBC62A-58AC-64EE-83EF-42FCA9606FD9}"/>
              </a:ext>
            </a:extLst>
          </p:cNvPr>
          <p:cNvSpPr>
            <a:spLocks noGrp="1"/>
          </p:cNvSpPr>
          <p:nvPr>
            <p:ph type="body" sz="quarter" idx="29"/>
          </p:nvPr>
        </p:nvSpPr>
        <p:spPr/>
        <p:txBody>
          <a:bodyPr/>
          <a:lstStyle/>
          <a:p>
            <a:endParaRPr lang="en-US"/>
          </a:p>
        </p:txBody>
      </p:sp>
      <p:sp>
        <p:nvSpPr>
          <p:cNvPr id="52" name="Text Placeholder 51">
            <a:extLst>
              <a:ext uri="{FF2B5EF4-FFF2-40B4-BE49-F238E27FC236}">
                <a16:creationId xmlns:a16="http://schemas.microsoft.com/office/drawing/2014/main" id="{5E21F685-3072-539E-31C8-4D038DB0F78B}"/>
              </a:ext>
            </a:extLst>
          </p:cNvPr>
          <p:cNvSpPr>
            <a:spLocks noGrp="1"/>
          </p:cNvSpPr>
          <p:nvPr>
            <p:ph type="body" sz="quarter" idx="15"/>
          </p:nvPr>
        </p:nvSpPr>
        <p:spPr/>
        <p:txBody>
          <a:bodyPr/>
          <a:lstStyle/>
          <a:p>
            <a:endParaRPr lang="en-US"/>
          </a:p>
        </p:txBody>
      </p:sp>
      <p:sp>
        <p:nvSpPr>
          <p:cNvPr id="4" name="Slide Number Placeholder 3">
            <a:extLst>
              <a:ext uri="{FF2B5EF4-FFF2-40B4-BE49-F238E27FC236}">
                <a16:creationId xmlns:a16="http://schemas.microsoft.com/office/drawing/2014/main" id="{253C0AEA-1C46-D90D-B507-AC1E69900EE3}"/>
              </a:ext>
            </a:extLst>
          </p:cNvPr>
          <p:cNvSpPr>
            <a:spLocks noGrp="1"/>
          </p:cNvSpPr>
          <p:nvPr>
            <p:ph type="sldNum" sz="quarter" idx="4"/>
          </p:nvPr>
        </p:nvSpPr>
        <p:spPr>
          <a:xfrm>
            <a:off x="10983397" y="6433754"/>
            <a:ext cx="531946" cy="365125"/>
          </a:xfrm>
        </p:spPr>
        <p:txBody>
          <a:bodyPr/>
          <a:lstStyle/>
          <a:p>
            <a:fld id="{07165E6F-54ED-4977-A15E-D44BE7238A65}" type="slidenum">
              <a:rPr lang="en-US" smtClean="0"/>
              <a:pPr/>
              <a:t>13</a:t>
            </a:fld>
            <a:endParaRPr lang="en-US"/>
          </a:p>
        </p:txBody>
      </p:sp>
      <p:sp>
        <p:nvSpPr>
          <p:cNvPr id="9" name="BJPseudoFooter">
            <a:extLst>
              <a:ext uri="{FF2B5EF4-FFF2-40B4-BE49-F238E27FC236}">
                <a16:creationId xmlns:a16="http://schemas.microsoft.com/office/drawing/2014/main" id="{518534E3-02AD-9B76-6291-5722A4548A06}"/>
              </a:ext>
            </a:extLst>
          </p:cNvPr>
          <p:cNvSpPr txBox="1"/>
          <p:nvPr>
            <p:custDataLst>
              <p:tags r:id="rId1"/>
            </p:custDataLst>
          </p:nvPr>
        </p:nvSpPr>
        <p:spPr>
          <a:xfrm>
            <a:off x="3963044" y="6519446"/>
            <a:ext cx="4265911" cy="338554"/>
          </a:xfrm>
          <a:prstGeom prst="rect">
            <a:avLst/>
          </a:prstGeom>
          <a:noFill/>
        </p:spPr>
        <p:txBody>
          <a:bodyPr vert="horz" wrap="none" rtlCol="0">
            <a:spAutoFit/>
          </a:bodyPr>
          <a:lstStyle/>
          <a:p>
            <a:pPr algn="ctr"/>
            <a:r>
              <a:rPr lang="en-US" sz="800">
                <a:solidFill>
                  <a:srgbClr val="000000"/>
                </a:solidFill>
              </a:rPr>
              <a:t>RTX Corporation (Corporate) - Company Use
This document does not contain any export controlled technical material/data/information.</a:t>
            </a:r>
          </a:p>
        </p:txBody>
      </p:sp>
    </p:spTree>
    <p:extLst>
      <p:ext uri="{BB962C8B-B14F-4D97-AF65-F5344CB8AC3E}">
        <p14:creationId xmlns:p14="http://schemas.microsoft.com/office/powerpoint/2010/main" val="24882069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 name="Title 447">
            <a:extLst>
              <a:ext uri="{FF2B5EF4-FFF2-40B4-BE49-F238E27FC236}">
                <a16:creationId xmlns:a16="http://schemas.microsoft.com/office/drawing/2014/main" id="{0FFBD24A-C60E-F1AF-F174-F96AB1DB46AD}"/>
              </a:ext>
            </a:extLst>
          </p:cNvPr>
          <p:cNvSpPr>
            <a:spLocks noGrp="1"/>
          </p:cNvSpPr>
          <p:nvPr>
            <p:ph type="title"/>
          </p:nvPr>
        </p:nvSpPr>
        <p:spPr/>
        <p:txBody>
          <a:bodyPr/>
          <a:lstStyle/>
          <a:p>
            <a:endParaRPr lang="en-US"/>
          </a:p>
        </p:txBody>
      </p:sp>
      <p:sp>
        <p:nvSpPr>
          <p:cNvPr id="449" name="Text Placeholder 448">
            <a:extLst>
              <a:ext uri="{FF2B5EF4-FFF2-40B4-BE49-F238E27FC236}">
                <a16:creationId xmlns:a16="http://schemas.microsoft.com/office/drawing/2014/main" id="{0AA02FC5-5D2E-3BB2-B508-523AD0E5C318}"/>
              </a:ext>
            </a:extLst>
          </p:cNvPr>
          <p:cNvSpPr>
            <a:spLocks noGrp="1"/>
          </p:cNvSpPr>
          <p:nvPr>
            <p:ph type="body" sz="quarter" idx="13"/>
          </p:nvPr>
        </p:nvSpPr>
        <p:spPr/>
        <p:txBody>
          <a:bodyPr/>
          <a:lstStyle/>
          <a:p>
            <a:endParaRPr lang="en-US"/>
          </a:p>
        </p:txBody>
      </p:sp>
      <p:sp>
        <p:nvSpPr>
          <p:cNvPr id="3" name="Slide Number Placeholder 2"/>
          <p:cNvSpPr>
            <a:spLocks noGrp="1"/>
          </p:cNvSpPr>
          <p:nvPr>
            <p:ph type="sldNum" sz="quarter" idx="4"/>
          </p:nvPr>
        </p:nvSpPr>
        <p:spPr/>
        <p:txBody>
          <a:bodyPr/>
          <a:lstStyle/>
          <a:p>
            <a:fld id="{07165E6F-54ED-4977-A15E-D44BE7238A65}" type="slidenum">
              <a:rPr lang="en-US" smtClean="0"/>
              <a:pPr/>
              <a:t>14</a:t>
            </a:fld>
            <a:endParaRPr lang="en-US"/>
          </a:p>
        </p:txBody>
      </p:sp>
      <p:sp>
        <p:nvSpPr>
          <p:cNvPr id="9" name="BJPseudoFooter">
            <a:extLst>
              <a:ext uri="{FF2B5EF4-FFF2-40B4-BE49-F238E27FC236}">
                <a16:creationId xmlns:a16="http://schemas.microsoft.com/office/drawing/2014/main" id="{3899A3EF-E2F7-B994-3475-448E03D964A6}"/>
              </a:ext>
            </a:extLst>
          </p:cNvPr>
          <p:cNvSpPr txBox="1"/>
          <p:nvPr>
            <p:custDataLst>
              <p:tags r:id="rId1"/>
            </p:custDataLst>
          </p:nvPr>
        </p:nvSpPr>
        <p:spPr>
          <a:xfrm>
            <a:off x="3963044" y="6519446"/>
            <a:ext cx="4265911" cy="338554"/>
          </a:xfrm>
          <a:prstGeom prst="rect">
            <a:avLst/>
          </a:prstGeom>
          <a:noFill/>
        </p:spPr>
        <p:txBody>
          <a:bodyPr vert="horz" wrap="none" rtlCol="0">
            <a:spAutoFit/>
          </a:bodyPr>
          <a:lstStyle/>
          <a:p>
            <a:pPr algn="ctr"/>
            <a:r>
              <a:rPr lang="en-US" sz="800">
                <a:solidFill>
                  <a:srgbClr val="000000"/>
                </a:solidFill>
              </a:rPr>
              <a:t>RTX Corporation (Corporate) - Company Use
This document does not contain any export controlled technical material/data/information.</a:t>
            </a:r>
          </a:p>
        </p:txBody>
      </p:sp>
    </p:spTree>
    <p:extLst>
      <p:ext uri="{BB962C8B-B14F-4D97-AF65-F5344CB8AC3E}">
        <p14:creationId xmlns:p14="http://schemas.microsoft.com/office/powerpoint/2010/main" val="28212755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F676C-8AEB-CAF9-4C69-7D5ADC490DA9}"/>
              </a:ext>
            </a:extLst>
          </p:cNvPr>
          <p:cNvSpPr>
            <a:spLocks noGrp="1"/>
          </p:cNvSpPr>
          <p:nvPr>
            <p:ph type="title"/>
          </p:nvPr>
        </p:nvSpPr>
        <p:spPr/>
        <p:txBody>
          <a:bodyPr/>
          <a:lstStyle/>
          <a:p>
            <a:r>
              <a:rPr lang="en-US" dirty="0"/>
              <a:t>BIO</a:t>
            </a:r>
            <a:br>
              <a:rPr lang="en-US" dirty="0"/>
            </a:br>
            <a:endParaRPr lang="en-US" dirty="0">
              <a:solidFill>
                <a:srgbClr val="FF0000"/>
              </a:solidFill>
            </a:endParaRPr>
          </a:p>
        </p:txBody>
      </p:sp>
      <p:sp>
        <p:nvSpPr>
          <p:cNvPr id="3" name="Slide Number Placeholder 2">
            <a:extLst>
              <a:ext uri="{FF2B5EF4-FFF2-40B4-BE49-F238E27FC236}">
                <a16:creationId xmlns:a16="http://schemas.microsoft.com/office/drawing/2014/main" id="{A389B7F3-7271-C06F-E5A7-0F686CD81DD7}"/>
              </a:ext>
            </a:extLst>
          </p:cNvPr>
          <p:cNvSpPr>
            <a:spLocks noGrp="1"/>
          </p:cNvSpPr>
          <p:nvPr>
            <p:ph type="sldNum" sz="quarter" idx="4"/>
          </p:nvPr>
        </p:nvSpPr>
        <p:spPr>
          <a:xfrm>
            <a:off x="10983397" y="6433754"/>
            <a:ext cx="531946" cy="365125"/>
          </a:xfrm>
        </p:spPr>
        <p:txBody>
          <a:bodyPr/>
          <a:lstStyle/>
          <a:p>
            <a:fld id="{07165E6F-54ED-4977-A15E-D44BE7238A65}" type="slidenum">
              <a:rPr lang="en-US" smtClean="0"/>
              <a:pPr/>
              <a:t>15</a:t>
            </a:fld>
            <a:endParaRPr lang="en-US"/>
          </a:p>
        </p:txBody>
      </p:sp>
      <p:sp>
        <p:nvSpPr>
          <p:cNvPr id="6" name="Rectangle 5">
            <a:extLst>
              <a:ext uri="{FF2B5EF4-FFF2-40B4-BE49-F238E27FC236}">
                <a16:creationId xmlns:a16="http://schemas.microsoft.com/office/drawing/2014/main" id="{825FF640-9044-54D3-6848-5E7E062FCCBA}"/>
              </a:ext>
            </a:extLst>
          </p:cNvPr>
          <p:cNvSpPr/>
          <p:nvPr/>
        </p:nvSpPr>
        <p:spPr>
          <a:xfrm>
            <a:off x="712008" y="2730708"/>
            <a:ext cx="2788838" cy="1869743"/>
          </a:xfrm>
          <a:prstGeom prst="rect">
            <a:avLst/>
          </a:prstGeom>
        </p:spPr>
        <p:txBody>
          <a:bodyPr wrap="square">
            <a:spAutoFit/>
          </a:bodyPr>
          <a:lstStyle/>
          <a:p>
            <a:pPr marL="457200" marR="0">
              <a:spcBef>
                <a:spcPts val="0"/>
              </a:spcBef>
              <a:spcAft>
                <a:spcPts val="0"/>
              </a:spcAft>
            </a:pPr>
            <a:r>
              <a:rPr lang="en-US" sz="1050" dirty="0">
                <a:latin typeface="Calibri" panose="020F0502020204030204" pitchFamily="34" charset="0"/>
                <a:ea typeface="Calibri" panose="020F0502020204030204" pitchFamily="34" charset="0"/>
                <a:cs typeface="Times New Roman" panose="02020603050405020304" pitchFamily="18" charset="0"/>
              </a:rPr>
              <a:t>Kirtis Christensen, BSEET, MDIV, LTC</a:t>
            </a:r>
            <a:br>
              <a:rPr lang="en-US" sz="1050" dirty="0">
                <a:latin typeface="Calibri" panose="020F0502020204030204" pitchFamily="34" charset="0"/>
                <a:ea typeface="Calibri" panose="020F0502020204030204" pitchFamily="34" charset="0"/>
                <a:cs typeface="Times New Roman" panose="02020603050405020304" pitchFamily="18" charset="0"/>
              </a:rPr>
            </a:br>
            <a:br>
              <a:rPr lang="en-US" sz="1050" dirty="0">
                <a:latin typeface="Calibri" panose="020F0502020204030204" pitchFamily="34" charset="0"/>
                <a:ea typeface="Calibri" panose="020F0502020204030204" pitchFamily="34" charset="0"/>
                <a:cs typeface="Times New Roman" panose="02020603050405020304" pitchFamily="18" charset="0"/>
              </a:rPr>
            </a:br>
            <a:r>
              <a:rPr lang="en-US" sz="1050" dirty="0">
                <a:latin typeface="Calibri" panose="020F0502020204030204" pitchFamily="34" charset="0"/>
                <a:ea typeface="Calibri" panose="020F0502020204030204" pitchFamily="34" charset="0"/>
                <a:cs typeface="Times New Roman" panose="02020603050405020304" pitchFamily="18" charset="0"/>
              </a:rPr>
              <a:t>Kirtis Christensen is a Life Cycle Engineering Tool Strategist for Raytheon working in SETC. Experience spans Controls, Software Dev, SW QA, Risk Management, and Reliability Engineering (1994 to Present).  Completing Doctorate in Strategic Leadership. Chaplain, IN Army National Guard 2004 to present.</a:t>
            </a:r>
          </a:p>
        </p:txBody>
      </p:sp>
      <p:pic>
        <p:nvPicPr>
          <p:cNvPr id="10" name="Picture 11">
            <a:extLst>
              <a:ext uri="{FF2B5EF4-FFF2-40B4-BE49-F238E27FC236}">
                <a16:creationId xmlns:a16="http://schemas.microsoft.com/office/drawing/2014/main" id="{045D497F-8AF7-AEFD-0170-48D6EE2A6ECA}"/>
              </a:ext>
            </a:extLst>
          </p:cNvPr>
          <p:cNvPicPr>
            <a:picLocks noChangeAspect="1"/>
          </p:cNvPicPr>
          <p:nvPr/>
        </p:nvPicPr>
        <p:blipFill>
          <a:blip r:embed="rId4"/>
          <a:srcRect/>
          <a:stretch/>
        </p:blipFill>
        <p:spPr>
          <a:xfrm>
            <a:off x="1748564" y="1798251"/>
            <a:ext cx="776613" cy="722648"/>
          </a:xfrm>
          <a:prstGeom prst="rect">
            <a:avLst/>
          </a:prstGeom>
        </p:spPr>
      </p:pic>
      <p:sp>
        <p:nvSpPr>
          <p:cNvPr id="13" name="TextBox 12">
            <a:extLst>
              <a:ext uri="{FF2B5EF4-FFF2-40B4-BE49-F238E27FC236}">
                <a16:creationId xmlns:a16="http://schemas.microsoft.com/office/drawing/2014/main" id="{ED89AA70-3F60-5F43-7808-2EC2A571C64B}"/>
              </a:ext>
            </a:extLst>
          </p:cNvPr>
          <p:cNvSpPr txBox="1"/>
          <p:nvPr/>
        </p:nvSpPr>
        <p:spPr>
          <a:xfrm>
            <a:off x="1191334" y="5247036"/>
            <a:ext cx="2529132" cy="253916"/>
          </a:xfrm>
          <a:prstGeom prst="rect">
            <a:avLst/>
          </a:prstGeom>
          <a:noFill/>
        </p:spPr>
        <p:txBody>
          <a:bodyPr wrap="square" rtlCol="0">
            <a:spAutoFit/>
          </a:bodyPr>
          <a:lstStyle/>
          <a:p>
            <a:r>
              <a:rPr lang="en-US" sz="1050" dirty="0"/>
              <a:t>E-mail: Kirtis.a.Christensen@rtx.com</a:t>
            </a:r>
          </a:p>
        </p:txBody>
      </p:sp>
      <p:sp>
        <p:nvSpPr>
          <p:cNvPr id="22" name="BJPseudoFooter">
            <a:extLst>
              <a:ext uri="{FF2B5EF4-FFF2-40B4-BE49-F238E27FC236}">
                <a16:creationId xmlns:a16="http://schemas.microsoft.com/office/drawing/2014/main" id="{5B3C39DE-B36D-C25B-5544-F3A5FF8BBAED}"/>
              </a:ext>
            </a:extLst>
          </p:cNvPr>
          <p:cNvSpPr txBox="1"/>
          <p:nvPr>
            <p:custDataLst>
              <p:tags r:id="rId1"/>
            </p:custDataLst>
          </p:nvPr>
        </p:nvSpPr>
        <p:spPr>
          <a:xfrm>
            <a:off x="3963044" y="6519446"/>
            <a:ext cx="4265911" cy="338554"/>
          </a:xfrm>
          <a:prstGeom prst="rect">
            <a:avLst/>
          </a:prstGeom>
          <a:noFill/>
        </p:spPr>
        <p:txBody>
          <a:bodyPr vert="horz" wrap="none" rtlCol="0">
            <a:spAutoFit/>
          </a:bodyPr>
          <a:lstStyle/>
          <a:p>
            <a:pPr algn="ctr"/>
            <a:r>
              <a:rPr lang="en-US" sz="800">
                <a:solidFill>
                  <a:srgbClr val="000000"/>
                </a:solidFill>
              </a:rPr>
              <a:t>RTX Corporation (Corporate) - Company Use
This document does not contain any export controlled technical material/data/information.</a:t>
            </a:r>
          </a:p>
        </p:txBody>
      </p:sp>
    </p:spTree>
    <p:extLst>
      <p:ext uri="{BB962C8B-B14F-4D97-AF65-F5344CB8AC3E}">
        <p14:creationId xmlns:p14="http://schemas.microsoft.com/office/powerpoint/2010/main" val="18874341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Picture Placeholder 42"/>
          <p:cNvSpPr>
            <a:spLocks noGrp="1"/>
          </p:cNvSpPr>
          <p:nvPr>
            <p:ph type="pic" sz="quarter" idx="16"/>
          </p:nvPr>
        </p:nvSpPr>
        <p:spPr>
          <a:solidFill>
            <a:schemeClr val="bg1">
              <a:lumMod val="85000"/>
            </a:schemeClr>
          </a:solidFill>
        </p:spPr>
        <p:txBody>
          <a:bodyPr/>
          <a:lstStyle/>
          <a:p>
            <a:endParaRPr lang="en-US"/>
          </a:p>
        </p:txBody>
      </p:sp>
      <p:sp>
        <p:nvSpPr>
          <p:cNvPr id="34" name="Title 33"/>
          <p:cNvSpPr>
            <a:spLocks noGrp="1"/>
          </p:cNvSpPr>
          <p:nvPr>
            <p:ph type="title"/>
          </p:nvPr>
        </p:nvSpPr>
        <p:spPr/>
        <p:txBody>
          <a:bodyPr/>
          <a:lstStyle/>
          <a:p>
            <a:r>
              <a:rPr lang="en-US"/>
              <a:t>Thank you.</a:t>
            </a:r>
          </a:p>
        </p:txBody>
      </p:sp>
      <p:sp>
        <p:nvSpPr>
          <p:cNvPr id="5" name="Slide Number Placeholder 1">
            <a:extLst>
              <a:ext uri="{FF2B5EF4-FFF2-40B4-BE49-F238E27FC236}">
                <a16:creationId xmlns:a16="http://schemas.microsoft.com/office/drawing/2014/main" id="{5A96F879-AA71-7D01-D624-3E000661B7C7}"/>
              </a:ext>
            </a:extLst>
          </p:cNvPr>
          <p:cNvSpPr>
            <a:spLocks noGrp="1"/>
          </p:cNvSpPr>
          <p:nvPr>
            <p:ph type="sldNum" sz="quarter" idx="4"/>
          </p:nvPr>
        </p:nvSpPr>
        <p:spPr>
          <a:xfrm>
            <a:off x="10983397" y="6433754"/>
            <a:ext cx="531946" cy="365125"/>
          </a:xfrm>
          <a:prstGeom prst="rect">
            <a:avLst/>
          </a:prstGeom>
        </p:spPr>
        <p:txBody>
          <a:bodyPr/>
          <a:lstStyle/>
          <a:p>
            <a:fld id="{07165E6F-54ED-4977-A15E-D44BE7238A65}" type="slidenum">
              <a:rPr lang="en-US" smtClean="0"/>
              <a:pPr/>
              <a:t>16</a:t>
            </a:fld>
            <a:endParaRPr lang="en-US"/>
          </a:p>
        </p:txBody>
      </p:sp>
      <p:sp>
        <p:nvSpPr>
          <p:cNvPr id="9" name="BJPseudoFooter">
            <a:extLst>
              <a:ext uri="{FF2B5EF4-FFF2-40B4-BE49-F238E27FC236}">
                <a16:creationId xmlns:a16="http://schemas.microsoft.com/office/drawing/2014/main" id="{EB01A866-A350-BA93-7106-CE30F312446C}"/>
              </a:ext>
            </a:extLst>
          </p:cNvPr>
          <p:cNvSpPr txBox="1"/>
          <p:nvPr>
            <p:custDataLst>
              <p:tags r:id="rId1"/>
            </p:custDataLst>
          </p:nvPr>
        </p:nvSpPr>
        <p:spPr>
          <a:xfrm>
            <a:off x="3963044" y="6519446"/>
            <a:ext cx="4265911" cy="338554"/>
          </a:xfrm>
          <a:prstGeom prst="rect">
            <a:avLst/>
          </a:prstGeom>
          <a:noFill/>
        </p:spPr>
        <p:txBody>
          <a:bodyPr vert="horz" wrap="none" rtlCol="0">
            <a:spAutoFit/>
          </a:bodyPr>
          <a:lstStyle/>
          <a:p>
            <a:pPr algn="ctr"/>
            <a:r>
              <a:rPr lang="en-US" sz="800">
                <a:solidFill>
                  <a:srgbClr val="000000"/>
                </a:solidFill>
              </a:rPr>
              <a:t>RTX Corporation (Corporate) - Company Use
This document does not contain any export controlled technical material/data/information.</a:t>
            </a:r>
          </a:p>
        </p:txBody>
      </p:sp>
    </p:spTree>
    <p:extLst>
      <p:ext uri="{BB962C8B-B14F-4D97-AF65-F5344CB8AC3E}">
        <p14:creationId xmlns:p14="http://schemas.microsoft.com/office/powerpoint/2010/main" val="18561177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8B4323C-E4D8-3ACE-EAC9-39F9A4544022}"/>
              </a:ext>
            </a:extLst>
          </p:cNvPr>
          <p:cNvSpPr>
            <a:spLocks noGrp="1"/>
          </p:cNvSpPr>
          <p:nvPr>
            <p:ph type="sldNum" sz="quarter" idx="4"/>
          </p:nvPr>
        </p:nvSpPr>
        <p:spPr>
          <a:xfrm>
            <a:off x="11559540" y="6492875"/>
            <a:ext cx="531946" cy="365125"/>
          </a:xfrm>
        </p:spPr>
        <p:txBody>
          <a:bodyPr/>
          <a:lstStyle/>
          <a:p>
            <a:fld id="{07165E6F-54ED-4977-A15E-D44BE7238A65}" type="slidenum">
              <a:rPr lang="en-US" smtClean="0"/>
              <a:pPr/>
              <a:t>17</a:t>
            </a:fld>
            <a:endParaRPr lang="en-US"/>
          </a:p>
        </p:txBody>
      </p:sp>
      <p:sp>
        <p:nvSpPr>
          <p:cNvPr id="9" name="BJPseudoFooter">
            <a:extLst>
              <a:ext uri="{FF2B5EF4-FFF2-40B4-BE49-F238E27FC236}">
                <a16:creationId xmlns:a16="http://schemas.microsoft.com/office/drawing/2014/main" id="{8337B924-4022-4CD2-3322-6BADB949F2D5}"/>
              </a:ext>
            </a:extLst>
          </p:cNvPr>
          <p:cNvSpPr txBox="1"/>
          <p:nvPr>
            <p:custDataLst>
              <p:tags r:id="rId1"/>
            </p:custDataLst>
          </p:nvPr>
        </p:nvSpPr>
        <p:spPr>
          <a:xfrm>
            <a:off x="3963044" y="6519446"/>
            <a:ext cx="4265911" cy="338554"/>
          </a:xfrm>
          <a:prstGeom prst="rect">
            <a:avLst/>
          </a:prstGeom>
          <a:noFill/>
        </p:spPr>
        <p:txBody>
          <a:bodyPr vert="horz" wrap="none" rtlCol="0">
            <a:spAutoFit/>
          </a:bodyPr>
          <a:lstStyle/>
          <a:p>
            <a:pPr algn="ctr"/>
            <a:r>
              <a:rPr lang="en-US" sz="800">
                <a:solidFill>
                  <a:srgbClr val="000000"/>
                </a:solidFill>
              </a:rPr>
              <a:t>RTX Corporation (Corporate) - Company Use
This document does not contain any export controlled technical material/data/information.</a:t>
            </a:r>
          </a:p>
        </p:txBody>
      </p:sp>
    </p:spTree>
    <p:extLst>
      <p:ext uri="{BB962C8B-B14F-4D97-AF65-F5344CB8AC3E}">
        <p14:creationId xmlns:p14="http://schemas.microsoft.com/office/powerpoint/2010/main" val="41766625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TX Corporation (Corporate) - Company Use&#10;This document does not contain any export controlled technical material/data/information."/>
  <p:tag name="BJHEADERFOOTERTEXTMARKING" val="RTX Corporation (Corporate) - Company Use&#10;This document does not contain any export controlled technical material/data/information."/>
</p:tagLst>
</file>

<file path=ppt/tags/tag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TX Corporation (Corporate) - Company Use&#10;This document does not contain any export controlled technical material/data/information."/>
  <p:tag name="BJHEADERFOOTERTEXTMARKING" val="RTX Corporation (Corporate) - Company Use&#10;This document does not contain any export controlled technical material/data/information."/>
</p:tagLst>
</file>

<file path=ppt/tags/tag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TX Corporation (Corporate) - Company Use&#10;This document does not contain any export controlled technical material/data/information."/>
  <p:tag name="BJHEADERFOOTERTEXTMARKING" val="RTX Corporation (Corporate) - Company Use&#10;This document does not contain any export controlled technical material/data/information."/>
</p:tagLst>
</file>

<file path=ppt/tags/tag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TX Corporation (Corporate) - Company Use&#10;This document does not contain any export controlled technical material/data/information."/>
  <p:tag name="BJHEADERFOOTERTEXTMARKING" val="RTX Corporation (Corporate) - Company Use&#10;This document does not contain any export controlled technical material/data/information."/>
</p:tagLst>
</file>

<file path=ppt/tags/tag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TX Corporation (Corporate) - Company Use&#10;This document does not contain any export controlled technical material/data/information."/>
  <p:tag name="BJHEADERFOOTERTEXTMARKING" val="RTX Corporation (Corporate) - Company Use&#10;This document does not contain any export controlled technical material/data/information."/>
</p:tagLst>
</file>

<file path=ppt/tags/tag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TX Corporation (Corporate) - Company Use&#10;This document does not contain any export controlled technical material/data/information."/>
  <p:tag name="BJHEADERFOOTERTEXTMARKING" val="RTX Corporation (Corporate) - Company Use&#10;This document does not contain any export controlled technical material/data/information."/>
</p:tagLst>
</file>

<file path=ppt/tags/tag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TX Corporation (Corporate) - Company Use&#10;This document does not contain any export controlled technical material/data/information."/>
  <p:tag name="BJHEADERFOOTERTEXTMARKING" val="RTX Corporation (Corporate) - Company Use&#10;This document does not contain any export controlled technical material/data/information."/>
</p:tagLst>
</file>

<file path=ppt/tags/tag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TX Corporation (Corporate) - Company Use&#10;This document does not contain any export controlled technical material/data/information."/>
  <p:tag name="BJHEADERFOOTERTEXTMARKING" val="RTX Corporation (Corporate) - Company Use&#10;This document does not contain any export controlled technical material/data/information."/>
</p:tagLst>
</file>

<file path=ppt/tags/tag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TX Corporation (Corporate) - Company Use&#10;This document does not contain any export controlled technical material/data/information."/>
  <p:tag name="BJHEADERFOOTERTEXTMARKING" val="RTX Corporation (Corporate) - Company Use&#10;This document does not contain any export controlled technical material/data/information."/>
</p:tagLst>
</file>

<file path=ppt/tags/tag1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TX Corporation (Corporate) - Company Use&#10;This document does not contain any export controlled technical material/data/information."/>
  <p:tag name="BJHEADERFOOTERTEXTMARKING" val="RTX Corporation (Corporate) - Company Use&#10;This document does not contain any export controlled technical material/data/information."/>
</p:tagLst>
</file>

<file path=ppt/tags/tag1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TX Corporation (Corporate) - Company Use&#10;This document does not contain any export controlled technical material/data/information."/>
  <p:tag name="BJHEADERFOOTERTEXTMARKING" val="RTX Corporation (Corporate) - Company Use&#10;This document does not contain any export controlled technical material/data/information."/>
</p:tagLst>
</file>

<file path=ppt/tags/tag1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TX Corporation (Corporate) - Company Use&#10;This document does not contain any export controlled technical material/data/information."/>
  <p:tag name="BJHEADERFOOTERTEXTMARKING" val="RTX Corporation (Corporate) - Company Use&#10;This document does not contain any export controlled technical material/data/information."/>
</p:tagLst>
</file>

<file path=ppt/tags/tag1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TX Corporation (Corporate) - Company Use&#10;This document does not contain any export controlled technical material/data/information."/>
  <p:tag name="BJHEADERFOOTERTEXTMARKING" val="RTX Corporation (Corporate) - Company Use&#10;This document does not contain any export controlled technical material/data/information."/>
</p:tagLst>
</file>

<file path=ppt/tags/tag1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TX Corporation (Corporate) - Company Use&#10;This document does not contain any export controlled technical material/data/information."/>
  <p:tag name="BJHEADERFOOTERTEXTMARKING" val="RTX Corporation (Corporate) - Company Use&#10;This document does not contain any export controlled technical material/data/information."/>
</p:tagLst>
</file>

<file path=ppt/tags/tag1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TX Corporation (Corporate) - Company Use&#10;This document does not contain any export controlled technical material/data/information."/>
  <p:tag name="BJHEADERFOOTERTEXTMARKING" val="RTX Corporation (Corporate) - Company Use&#10;This document does not contain any export controlled technical material/data/information."/>
</p:tagLst>
</file>

<file path=ppt/tags/tag1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TX Corporation (Corporate) - Company Use&#10;This document does not contain any export controlled technical material/data/information."/>
  <p:tag name="BJHEADERFOOTERTEXTMARKING" val="RTX Corporation (Corporate) - Company Use&#10;This document does not contain any export controlled technical material/data/information."/>
</p:tagLst>
</file>

<file path=ppt/tags/tag1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TX Corporation (Corporate) - Company Use&#10;This document does not contain any export controlled technical material/data/information."/>
  <p:tag name="BJHEADERFOOTERTEXTMARKING" val="RTX Corporation (Corporate) - Company Use&#10;This document does not contain any export controlled technical material/data/information."/>
</p:tagLst>
</file>

<file path=ppt/tags/tag1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TX Corporation (Corporate) - Company Use&#10;This document does not contain any export controlled technical material/data/information."/>
  <p:tag name="BJHEADERFOOTERTEXTMARKING" val="RTX Corporation (Corporate) - Company Use&#10;This document does not contain any export controlled technical material/data/information."/>
</p:tagLst>
</file>

<file path=ppt/tags/tag1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TX Corporation (Corporate) - Company Use&#10;This document does not contain any export controlled technical material/data/information."/>
  <p:tag name="BJHEADERFOOTERTEXTMARKING" val="RTX Corporation (Corporate) - Company Use&#10;This document does not contain any export controlled technical material/data/information."/>
</p:tagLst>
</file>

<file path=ppt/tags/tag2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TX Corporation (Corporate) - Company Use&#10;This document does not contain any export controlled technical material/data/information."/>
  <p:tag name="BJHEADERFOOTERTEXTMARKING" val="RTX Corporation (Corporate) - Company Use&#10;This document does not contain any export controlled technical material/data/information."/>
</p:tagLst>
</file>

<file path=ppt/theme/theme1.xml><?xml version="1.0" encoding="utf-8"?>
<a:theme xmlns:a="http://schemas.openxmlformats.org/drawingml/2006/main" name="RTX Masters: Covers">
  <a:themeElements>
    <a:clrScheme name="RTX">
      <a:dk1>
        <a:sysClr val="windowText" lastClr="000000"/>
      </a:dk1>
      <a:lt1>
        <a:sysClr val="window" lastClr="FFFFFF"/>
      </a:lt1>
      <a:dk2>
        <a:srgbClr val="000000"/>
      </a:dk2>
      <a:lt2>
        <a:srgbClr val="FFFFFF"/>
      </a:lt2>
      <a:accent1>
        <a:srgbClr val="D9D9D6"/>
      </a:accent1>
      <a:accent2>
        <a:srgbClr val="B1B3B3"/>
      </a:accent2>
      <a:accent3>
        <a:srgbClr val="63666A"/>
      </a:accent3>
      <a:accent4>
        <a:srgbClr val="7BA7BC"/>
      </a:accent4>
      <a:accent5>
        <a:srgbClr val="B7A99A"/>
      </a:accent5>
      <a:accent6>
        <a:srgbClr val="CE1126"/>
      </a:accent6>
      <a:hlink>
        <a:srgbClr val="CE1126"/>
      </a:hlink>
      <a:folHlink>
        <a:srgbClr val="61636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TX_16x9_2024_v1.pptx" id="{1ED7BC05-B4E1-448A-BA2F-15758895F0F5}" vid="{F513245D-1CD8-4CB5-A38C-1ACD8979C711}"/>
    </a:ext>
  </a:extLst>
</a:theme>
</file>

<file path=ppt/theme/theme2.xml><?xml version="1.0" encoding="utf-8"?>
<a:theme xmlns:a="http://schemas.openxmlformats.org/drawingml/2006/main" name="RTX Masters: Content">
  <a:themeElements>
    <a:clrScheme name="RTX">
      <a:dk1>
        <a:sysClr val="windowText" lastClr="000000"/>
      </a:dk1>
      <a:lt1>
        <a:sysClr val="window" lastClr="FFFFFF"/>
      </a:lt1>
      <a:dk2>
        <a:srgbClr val="000000"/>
      </a:dk2>
      <a:lt2>
        <a:srgbClr val="FFFFFF"/>
      </a:lt2>
      <a:accent1>
        <a:srgbClr val="D9D9D6"/>
      </a:accent1>
      <a:accent2>
        <a:srgbClr val="B1B3B3"/>
      </a:accent2>
      <a:accent3>
        <a:srgbClr val="63666A"/>
      </a:accent3>
      <a:accent4>
        <a:srgbClr val="7BA7BC"/>
      </a:accent4>
      <a:accent5>
        <a:srgbClr val="B7A99A"/>
      </a:accent5>
      <a:accent6>
        <a:srgbClr val="CE1126"/>
      </a:accent6>
      <a:hlink>
        <a:srgbClr val="CE1126"/>
      </a:hlink>
      <a:folHlink>
        <a:srgbClr val="61636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TX_16x9_2024_v1.pptx" id="{1ED7BC05-B4E1-448A-BA2F-15758895F0F5}" vid="{5D88E922-8799-4C6F-97CB-4F7762CA144D}"/>
    </a:ext>
  </a:extLst>
</a:theme>
</file>

<file path=ppt/theme/theme3.xml><?xml version="1.0" encoding="utf-8"?>
<a:theme xmlns:a="http://schemas.openxmlformats.org/drawingml/2006/main" name="Office Theme">
  <a:themeElements>
    <a:clrScheme name="RTX">
      <a:dk1>
        <a:sysClr val="windowText" lastClr="000000"/>
      </a:dk1>
      <a:lt1>
        <a:sysClr val="window" lastClr="FFFFFF"/>
      </a:lt1>
      <a:dk2>
        <a:srgbClr val="000000"/>
      </a:dk2>
      <a:lt2>
        <a:srgbClr val="FFFFFF"/>
      </a:lt2>
      <a:accent1>
        <a:srgbClr val="D9D9D6"/>
      </a:accent1>
      <a:accent2>
        <a:srgbClr val="B1B3B3"/>
      </a:accent2>
      <a:accent3>
        <a:srgbClr val="63666A"/>
      </a:accent3>
      <a:accent4>
        <a:srgbClr val="7BA7BC"/>
      </a:accent4>
      <a:accent5>
        <a:srgbClr val="B7A99A"/>
      </a:accent5>
      <a:accent6>
        <a:srgbClr val="CE1126"/>
      </a:accent6>
      <a:hlink>
        <a:srgbClr val="CE1126"/>
      </a:hlink>
      <a:folHlink>
        <a:srgbClr val="61636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RTX">
      <a:dk1>
        <a:sysClr val="windowText" lastClr="000000"/>
      </a:dk1>
      <a:lt1>
        <a:sysClr val="window" lastClr="FFFFFF"/>
      </a:lt1>
      <a:dk2>
        <a:srgbClr val="000000"/>
      </a:dk2>
      <a:lt2>
        <a:srgbClr val="FFFFFF"/>
      </a:lt2>
      <a:accent1>
        <a:srgbClr val="D9D9D6"/>
      </a:accent1>
      <a:accent2>
        <a:srgbClr val="B1B3B3"/>
      </a:accent2>
      <a:accent3>
        <a:srgbClr val="63666A"/>
      </a:accent3>
      <a:accent4>
        <a:srgbClr val="7BA7BC"/>
      </a:accent4>
      <a:accent5>
        <a:srgbClr val="B7A99A"/>
      </a:accent5>
      <a:accent6>
        <a:srgbClr val="CE1126"/>
      </a:accent6>
      <a:hlink>
        <a:srgbClr val="CE1126"/>
      </a:hlink>
      <a:folHlink>
        <a:srgbClr val="61636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9c55c8f-d4a7-4d90-98a8-51726318adfd" xsi:nil="true"/>
    <lcf76f155ced4ddcb4097134ff3c332f xmlns="017de5b2-5821-42d6-bcda-bb599a7893fb">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87D7F34B6C448409F577B2BDC68794E" ma:contentTypeVersion="12" ma:contentTypeDescription="Create a new document." ma:contentTypeScope="" ma:versionID="acab2e71560898bd9832be5e959d1ddb">
  <xsd:schema xmlns:xsd="http://www.w3.org/2001/XMLSchema" xmlns:xs="http://www.w3.org/2001/XMLSchema" xmlns:p="http://schemas.microsoft.com/office/2006/metadata/properties" xmlns:ns2="49c55c8f-d4a7-4d90-98a8-51726318adfd" xmlns:ns3="017de5b2-5821-42d6-bcda-bb599a7893fb" targetNamespace="http://schemas.microsoft.com/office/2006/metadata/properties" ma:root="true" ma:fieldsID="fd4b4bd5a0ff2217ba2798cc0f7d43a3" ns2:_="" ns3:_="">
    <xsd:import namespace="49c55c8f-d4a7-4d90-98a8-51726318adfd"/>
    <xsd:import namespace="017de5b2-5821-42d6-bcda-bb599a7893fb"/>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DateTaken" minOccurs="0"/>
                <xsd:element ref="ns3:lcf76f155ced4ddcb4097134ff3c332f" minOccurs="0"/>
                <xsd:element ref="ns2:TaxCatchAll"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9c55c8f-d4a7-4d90-98a8-51726318adfd"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TaxCatchAll" ma:index="16" nillable="true" ma:displayName="Taxonomy Catch All Column" ma:hidden="true" ma:list="{207e36dd-36e1-462e-92ce-18987ce14ce4}" ma:internalName="TaxCatchAll" ma:showField="CatchAllData" ma:web="49c55c8f-d4a7-4d90-98a8-51726318adfd">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017de5b2-5821-42d6-bcda-bb599a7893fb"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a70266a1-ee44-4db7-806d-93d2217a77c9"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WrappedLabelHistory xmlns:xsi="http://www.w3.org/2001/XMLSchema-instance" xmlns:xsd="http://www.w3.org/2001/XMLSchema" xmlns="http://www.boldonjames.com/2016/02/Classifier/internal/wrappedLabelHistory">
  <Value>PD94bWwgdmVyc2lvbj0iMS4wIiBlbmNvZGluZz0idXMtYXNjaWkiPz48bGFiZWxIaXN0b3J5IHhtbG5zOnhzaT0iaHR0cDovL3d3dy53My5vcmcvMjAwMS9YTUxTY2hlbWEtaW5zdGFuY2UiIHhtbG5zOnhzZD0iaHR0cDovL3d3dy53My5vcmcvMjAwMS9YTUxTY2hlbWEiIHhtbG5zPSJodHRwOi8vd3d3LmJvbGRvbmphbWVzLmNvbS8yMDE2LzAyL0NsYXNzaWZpZXIvaW50ZXJuYWwvbGFiZWxIaXN0b3J5Ij48aXRlbT48c2lzbCBzaXNsVmVyc2lvbj0iMCIgcG9saWN5PSJjZGU1M2FjMS1iZjVmLTRhYWUtOWNmMS0wNzUwOWUyM2E0YjAiIG9yaWdpbj0iZGVmYXVsdFZhbHVlIj48ZWxlbWVudCB1aWQ9ImJiYTk0YzY1LWFjM2QtNGYzNC1iMmUxLThkZTExZWY2ZjAxYyIgdmFsdWU9IiIgeG1sbnM9Imh0dHA6Ly93d3cuYm9sZG9uamFtZXMuY29tLzIwMDgvMDEvc2llL2ludGVybmFsL2xhYmVsIiAvPjwvc2lzbD48VXNlck5hbWU+VVNcbnJwMDI0MTU4MjwvVXNlck5hbWU+PERhdGVUaW1lPjIvMTIvMjAyMCAyOjQ5OjE3IFBNPC9EYXRlVGltZT48TGFiZWxTdHJpbmc+T3JpZ2luIEp1cmlzZGljdGlvbjogVVMgPC9MYWJlbFN0cmluZz48L2l0ZW0+PGl0ZW0+PHNpc2wgc2lzbFZlcnNpb249IjAiIHBvbGljeT0iY2RlNTNhYzEtYmY1Zi00YWFlLTljZjEtMDc1MDllMjNhNGIwIiBvcmlnaW49InVzZXJTZWxlY3RlZCI+PGVsZW1lbnQgdWlkPSJiYmE5NGM2NS1hYzNkLTRmMzQtYjJlMS04ZGUxMWVmNmYwMWMiIHZhbHVlPSIiIHhtbG5zPSJodHRwOi8vd3d3LmJvbGRvbmphbWVzLmNvbS8yMDA4LzAxL3NpZS9pbnRlcm5hbC9sYWJlbCIgLz48ZWxlbWVudCB1aWQ9IjU5OGNmYzI4LTVkZmQtNGYwNi04YzAxLWM3NTg4ZmQzOTRmMCIgdmFsdWU9IiIgeG1sbnM9Imh0dHA6Ly93d3cuYm9sZG9uamFtZXMuY29tLzIwMDgvMDEvc2llL2ludGVybmFsL2xhYmVsIiAvPjxlbGVtZW50IHVpZD0iYWFmYzlhOTUtZWU1ZC00ODdjLTljNGUtNjdhNTM4MGYyOTkxIiB2YWx1ZT0iIiB4bWxucz0iaHR0cDovL3d3dy5ib2xkb25qYW1lcy5jb20vMjAwOC8wMS9zaWUvaW50ZXJuYWwvbGFiZWwiIC8+PGVsZW1lbnQgdWlkPSJkNzU5Y2Q3YS1iNTdjLTQyZTQtOWE0OS05YjgyYTIzMzc1NzkiIHZhbHVlPSIiIHhtbG5zPSJodHRwOi8vd3d3LmJvbGRvbmphbWVzLmNvbS8yMDA4LzAxL3NpZS9pbnRlcm5hbC9sYWJlbCIgLz48ZWxlbWVudCB1aWQ9ImMyMDZkNWZhLWFlZTEtNGY2NC04OWQ5LWY4MWU0ZDdiM2FjYyIgdmFsdWU9IiIgeG1sbnM9Imh0dHA6Ly93d3cuYm9sZG9uamFtZXMuY29tLzIwMDgvMDEvc2llL2ludGVybmFsL2xhYmVsIiAvPjwvc2lzbD48VXNlck5hbWU+VVNcbnJwMDI0MTU4MjwvVXNlck5hbWU+PERhdGVUaW1lPjIvMTIvMjAyMCAzOjAzOjA5IFBNPC9EYXRlVGltZT48TGFiZWxTdHJpbmc+T3JpZ2luIEp1cmlzZGljdGlvbjogVVMgIHwgUmF5dGhlb24gQ29tcGV0aXRpb24gU2Vuc2l0aXZlIHwgUGVyIEN1cnJlbnQgUmF5dGhlb24gUG9saWN5IChSUC1PR0MtMDM1KSB8IE5vbi1FeHBvcnQgQ29udHJvbGxlZCBUZWNobmljYWwgSW5mb3JtYXRpb24gKEVYSU0gRGV0ZXJtaW5lZCBPbmx5KSB8IFBlciBDdXJyZW50IFJheXRoZW9uIFBvbGljeSAoUEktT0dDLUdUQy01MDA0KTwvTGFiZWxTdHJpbmc+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PGVsZW1lbnQgdWlkPSI5OTdhNzE2ZS1jMDNmLTQzYjEtYTViMC1kNmNkMDRlOWJhNDA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Y2FlMTFhNmItMjFiMS00OWQ4LTk5ZDgtZWQzMDY4NTEzODRhIiB2YWx1ZT0iIiB4bWxucz0iaHR0cDovL3d3dy5ib2xkb25qYW1lcy5jb20vMjAwOC8wMS9zaWUvaW50ZXJuYWwvbGFiZWwiIC8+PGVsZW1lbnQgdWlkPSJjMjA2ZDVmYS1hZWUxLTRmNjQtODlkOS1mODFlNGQ3YjNhY2MiIHZhbHVlPSIiIHhtbG5zPSJodHRwOi8vd3d3LmJvbGRvbmphbWVzLmNvbS8yMDA4LzAxL3NpZS9pbnRlcm5hbC9sYWJlbCIgLz48L3Npc2w+PFVzZXJOYW1lPlVTXG5ycDAyNDE1ODI8L1VzZXJOYW1lPjxEYXRlVGltZT4yLzEyLzIwMjAgMzoyODo1NyBQTTwvRGF0ZVRpbWU+PExhYmVsU3RyaW5nPk9yaWdpbiBKdXJpc2RpY3Rpb246IFVTICB8IFJheXRoZW9uIFByb3ByaWV0YXJ5IHwgUGVyIEN1cnJlbnQgUmF5dGhlb24gUG9saWN5IChSUC1PR0MtMDM1KSB8IFVTLUlUQVIgQ29udHJvbGxlZCB8IFBlciBDdXJyZW50IFJheXRoZW9uIFBvbGljeSAoUEktT0dDLUdUQy01MDA0KTwvTGFiZWxTdHJpbmc+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PGVsZW1lbnQgdWlkPSIwMTJlYjIyYy03NmNhLTRlNGYtOGFiOS1mYWJiMDU0YWUxNDA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YmMyYjdjMDEtNmRiMS00ZTdkLTg4ZDEtZmM2MTY3NGY4NmZkIiB2YWx1ZT0iIiB4bWxucz0iaHR0cDovL3d3dy5ib2xkb25qYW1lcy5jb20vMjAwOC8wMS9zaWUvaW50ZXJuYWwvbGFiZWwiIC8+PGVsZW1lbnQgdWlkPSI5MmU5OTNhMy1hZjMyLTRhZmItYWExOS0zYTQ5Y2RiODJjN2EiIHZhbHVlPSIiIHhtbG5zPSJodHRwOi8vd3d3LmJvbGRvbmphbWVzLmNvbS8yMDA4LzAxL3NpZS9pbnRlcm5hbC9sYWJlbCIgLz48L3Npc2w+PFVzZXJOYW1lPlVTXG5ycDAyNDE1ODI8L1VzZXJOYW1lPjxEYXRlVGltZT4yLzE0LzIwMjAgNDo0Mjo0NCBQTTwvRGF0ZVRpbWU+PExhYmVsU3RyaW5nPk9yaWdpbiBKdXJpc2RpY3Rpb246IFVTICB8IFJheXRoZW9uIE1vc3QgUHJpdmF0ZSB8IFBlciBDdXJyZW50IFJheXRoZW9uIFBvbGljeSAoUlAtT0dDLTAzNSkgfCBPdGhlciBJbmZvcm1hdGlvbiAoTm90IFJlcXVpcmluZyBhbiBFeHBvcnQgQ29udHJvbCBNYXJraW5nKSB8IE5vIG1hcmtpbmcgYXBwbGllZCBieSB0aGUgdG9vbDwvTGFiZWxTdHJpbmc+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PGVsZW1lbnQgdWlkPSI5OTdhNzE2ZS1jMDNmLTQzYjEtYTViMC1kNmNkMDRlOWJhNDA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ZmI5OTEzMDgtYTNkZS00MGE4LTk2N2ItMDkyMjMzNDI0MWJhIiB2YWx1ZT0iIiB4bWxucz0iaHR0cDovL3d3dy5ib2xkb25qYW1lcy5jb20vMjAwOC8wMS9zaWUvaW50ZXJuYWwvbGFiZWwiIC8+PGVsZW1lbnQgdWlkPSJjMjA2ZDVmYS1hZWUxLTRmNjQtODlkOS1mODFlNGQ3YjNhY2MiIHZhbHVlPSIiIHhtbG5zPSJodHRwOi8vd3d3LmJvbGRvbmphbWVzLmNvbS8yMDA4LzAxL3NpZS9pbnRlcm5hbC9sYWJlbCIgLz48L3Npc2w+PFVzZXJOYW1lPlVTXG5ycDAyNDE1ODI8L1VzZXJOYW1lPjxEYXRlVGltZT4yLzE0LzIwMjAgNjoyOTozNCBQTTwvRGF0ZVRpbWU+PExhYmVsU3RyaW5nPk9yaWdpbiBKdXJpc2RpY3Rpb246IFVTICB8IFJheXRoZW9uIFByb3ByaWV0YXJ5IHwgUGVyIEN1cnJlbnQgUmF5dGhlb24gUG9saWN5IChSUC1PR0MtMDM1KSB8IFVTLUV4cG9ydCBDb250cm9sbGVkIEp1cmlzZGljdGlvbiBVbmRldGVybWluZWQgfCBQZXIgQ3VycmVudCBSYXl0aGVvbiBQb2xpY3kgKFBJLU9HQy1HVEMtNTAwNCk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YWNmOWVjYzMtMGY0NS00MjM0LWE5MGQtZTQzNjhmYWNkOTgxIiB2YWx1ZT0iIiB4bWxucz0iaHR0cDovL3d3dy5ib2xkb25qYW1lcy5jb20vMjAwOC8wMS9zaWUvaW50ZXJuYWwvbGFiZWwiIC8+PGVsZW1lbnQgdWlkPSJhYWZjOWE5NS1lZTVkLTQ4N2MtOWM0ZS02N2E1MzgwZjI5OTEiIHZhbHVlPSIiIHhtbG5zPSJodHRwOi8vd3d3LmJvbGRvbmphbWVzLmNvbS8yMDA4LzAxL3NpZS9pbnRlcm5hbC9sYWJlbCIgLz48ZWxlbWVudCB1aWQ9ImZiOTkxMzA4LWEzZGUtNDBhOC05NjdiLTA5MjIzMzQyNDFiYSIgdmFsdWU9IiIgeG1sbnM9Imh0dHA6Ly93d3cuYm9sZG9uamFtZXMuY29tLzIwMDgvMDEvc2llL2ludGVybmFsL2xhYmVsIiAvPjxlbGVtZW50IHVpZD0iYzIwNmQ1ZmEtYWVlMS00ZjY0LTg5ZDktZjgxZTRkN2IzYWNjIiB2YWx1ZT0iIiB4bWxucz0iaHR0cDovL3d3dy5ib2xkb25qYW1lcy5jb20vMjAwOC8wMS9zaWUvaW50ZXJuYWwvbGFiZWwiIC8+PC9zaXNsPjxVc2VyTmFtZT5VU1xucnAwMjQxNTgyPC9Vc2VyTmFtZT48RGF0ZVRpbWU+Mi8xNy8yMDIwIDg6Mjg6MzEgUE08L0RhdGVUaW1lPjxMYWJlbFN0cmluZz5PcmlnaW4gSnVyaXNkaWN0aW9uOiBVUyAgfCBJbnRlcm5hbCBVc2UgT25seSB8IFBlciBDdXJyZW50IFJheXRoZW9uIFBvbGljeSAoUlAtT0dDLTAzNSkgfCBVUy1FeHBvcnQgQ29udHJvbGxlZCBKdXJpc2RpY3Rpb24gVW5kZXRlcm1pbmVkIHwgUGVyIEN1cnJlbnQgUmF5dGhlb24gUG9saWN5IChQSS1PR0MtR1RDLTUwMDQpPC9MYWJlbFN0cmluZz48L2l0ZW0+PGl0ZW0+PHNpc2wgc2lzbFZlcnNpb249IjAiIHBvbGljeT0iY2RlNTNhYzEtYmY1Zi00YWFlLTljZjEtMDc1MDllMjNhNGIwIiBvcmlnaW49InVzZXJTZWxlY3RlZCI+PGVsZW1lbnQgdWlkPSJiYmE5NGM2NS1hYzNkLTRmMzQtYjJlMS04ZGUxMWVmNmYwMWMiIHZhbHVlPSIiIHhtbG5zPSJodHRwOi8vd3d3LmJvbGRvbmphbWVzLmNvbS8yMDA4LzAxL3NpZS9pbnRlcm5hbC9sYWJlbCIgLz48ZWxlbWVudCB1aWQ9Ijk5N2E3MTZlLWMwM2YtNDNiMS1hNWIwLWQ2Y2QwNGU5YmE0MCIgdmFsdWU9IiIgeG1sbnM9Imh0dHA6Ly93d3cuYm9sZG9uamFtZXMuY29tLzIwMDgvMDEvc2llL2ludGVybmFsL2xhYmVsIiAvPjxlbGVtZW50IHVpZD0iYWFmYzlhOTUtZWU1ZC00ODdjLTljNGUtNjdhNTM4MGYyOTkxIiB2YWx1ZT0iIiB4bWxucz0iaHR0cDovL3d3dy5ib2xkb25qYW1lcy5jb20vMjAwOC8wMS9zaWUvaW50ZXJuYWwvbGFiZWwiIC8+PGVsZW1lbnQgdWlkPSJiYzJiN2MwMS02ZGIxLTRlN2QtODhkMS1mYzYxNjc0Zjg2ZmQiIHZhbHVlPSIiIHhtbG5zPSJodHRwOi8vd3d3LmJvbGRvbmphbWVzLmNvbS8yMDA4LzAxL3NpZS9pbnRlcm5hbC9sYWJlbCIgLz48ZWxlbWVudCB1aWQ9IjkyZTk5M2EzLWFmMzItNGFmYi1hYTE5LTNhNDljZGI4MmM3YSIgdmFsdWU9IiIgeG1sbnM9Imh0dHA6Ly93d3cuYm9sZG9uamFtZXMuY29tLzIwMDgvMDEvc2llL2ludGVybmFsL2xhYmVsIiAvPjwvc2lzbD48VXNlck5hbWU+VVNcbnJwMDI0MTU4MjwvVXNlck5hbWU+PERhdGVUaW1lPjIvMTgvMjAyMCA0OjU4OjI4IFBNPC9EYXRlVGltZT48TGFiZWxTdHJpbmc+T3JpZ2luIEp1cmlzZGljdGlvbjogVVMgIHwgUmF5dGhlb24gUHJvcHJpZXRhcnkgfCBQZXIgQ3VycmVudCBSYXl0aGVvbiBQb2xpY3kgKFJQLU9HQy0wMzUpIHwgT3RoZXIgSW5mb3JtYXRpb24gKE5vdCBSZXF1aXJpbmcgYW4gRXhwb3J0IENvbnRyb2wgTWFya2luZykgfCBObyBtYXJraW5nIGFwcGxpZWQgYnkgdGhlIHRvb2w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MDEyZWIyMmMtNzZjYS00ZTRmLThhYjktZmFiYjA1NGFlMTQwIiB2YWx1ZT0iIiB4bWxucz0iaHR0cDovL3d3dy5ib2xkb25qYW1lcy5jb20vMjAwOC8wMS9zaWUvaW50ZXJuYWwvbGFiZWwiIC8+PGVsZW1lbnQgdWlkPSJhYWZjOWE5NS1lZTVkLTQ4N2MtOWM0ZS02N2E1MzgwZjI5OTEiIHZhbHVlPSIiIHhtbG5zPSJodHRwOi8vd3d3LmJvbGRvbmphbWVzLmNvbS8yMDA4LzAxL3NpZS9pbnRlcm5hbC9sYWJlbCIgLz48ZWxlbWVudCB1aWQ9ImZiOTkxMzA4LWEzZGUtNDBhOC05NjdiLTA5MjIzMzQyNDFiYSIgdmFsdWU9IiIgeG1sbnM9Imh0dHA6Ly93d3cuYm9sZG9uamFtZXMuY29tLzIwMDgvMDEvc2llL2ludGVybmFsL2xhYmVsIiAvPjxlbGVtZW50IHVpZD0iYzIwNmQ1ZmEtYWVlMS00ZjY0LTg5ZDktZjgxZTRkN2IzYWNjIiB2YWx1ZT0iIiB4bWxucz0iaHR0cDovL3d3dy5ib2xkb25qYW1lcy5jb20vMjAwOC8wMS9zaWUvaW50ZXJuYWwvbGFiZWwiIC8+PC9zaXNsPjxVc2VyTmFtZT5VU1xucnAwMjQxNTgyPC9Vc2VyTmFtZT48RGF0ZVRpbWU+Mi8xOC8yMDIwIDU6MDA6MTYgUE08L0RhdGVUaW1lPjxMYWJlbFN0cmluZz5PcmlnaW4gSnVyaXNkaWN0aW9uOiBVUyAgfCBSYXl0aGVvbiBNb3N0IFByaXZhdGUgfCBQZXIgQ3VycmVudCBSYXl0aGVvbiBQb2xpY3kgKFJQLU9HQy0wMzUpIHwgVVMtRXhwb3J0IENvbnRyb2xsZWQgSnVyaXNkaWN0aW9uIFVuZGV0ZXJtaW5lZCB8IFBlciBDdXJyZW50IFJheXRoZW9uIFBvbGljeSAoUEktT0dDLUdUQy01MDA0KTwvTGFiZWxTdHJpbmc+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PGVsZW1lbnQgdWlkPSJhY2Y5ZWNjMy0wZjQ1LTQyMzQtYTkwZC1lNDM2OGZhY2Q5ODE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YmMyYjdjMDEtNmRiMS00ZTdkLTg4ZDEtZmM2MTY3NGY4NmZkIiB2YWx1ZT0iIiB4bWxucz0iaHR0cDovL3d3dy5ib2xkb25qYW1lcy5jb20vMjAwOC8wMS9zaWUvaW50ZXJuYWwvbGFiZWwiIC8+PGVsZW1lbnQgdWlkPSI5MmU5OTNhMy1hZjMyLTRhZmItYWExOS0zYTQ5Y2RiODJjN2EiIHZhbHVlPSIiIHhtbG5zPSJodHRwOi8vd3d3LmJvbGRvbmphbWVzLmNvbS8yMDA4LzAxL3NpZS9pbnRlcm5hbC9sYWJlbCIgLz48L3Npc2w+PFVzZXJOYW1lPlVTXG5ycDAyNDE1ODI8L1VzZXJOYW1lPjxEYXRlVGltZT4zLzcvMjAyMCA4OjIzOjM2IFBNPC9EYXRlVGltZT48TGFiZWxTdHJpbmc+T3JpZ2luIEp1cmlzZGljdGlvbjogVVMgIHwgSW50ZXJuYWwgVXNlIE9ubHkgfCBQZXIgQ3VycmVudCBSYXl0aGVvbiBQb2xpY3kgKFJQLU9HQy0wMzUpIHwgT3RoZXIgSW5mb3JtYXRpb24gKE5vdCBSZXF1aXJpbmcgYW4gRXhwb3J0IENvbnRyb2wgTWFya2luZykgfCBObyBtYXJraW5nIGFwcGxpZWQgYnkgdGhlIHRvb2w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OTk3YTcxNmUtYzAzZi00M2IxLWE1YjAtZDZjZDA0ZTliYTQwIiB2YWx1ZT0iIiB4bWxucz0iaHR0cDovL3d3dy5ib2xkb25qYW1lcy5jb20vMjAwOC8wMS9zaWUvaW50ZXJuYWwvbGFiZWwiIC8+PGVsZW1lbnQgdWlkPSJhYWZjOWE5NS1lZTVkLTQ4N2MtOWM0ZS02N2E1MzgwZjI5OTEiIHZhbHVlPSIiIHhtbG5zPSJodHRwOi8vd3d3LmJvbGRvbmphbWVzLmNvbS8yMDA4LzAxL3NpZS9pbnRlcm5hbC9sYWJlbCIgLz48ZWxlbWVudCB1aWQ9ImZiOTkxMzA4LWEzZGUtNDBhOC05NjdiLTA5MjIzMzQyNDFiYSIgdmFsdWU9IiIgeG1sbnM9Imh0dHA6Ly93d3cuYm9sZG9uamFtZXMuY29tLzIwMDgvMDEvc2llL2ludGVybmFsL2xhYmVsIiAvPjxlbGVtZW50IHVpZD0iYzIwNmQ1ZmEtYWVlMS00ZjY0LTg5ZDktZjgxZTRkN2IzYWNjIiB2YWx1ZT0iIiB4bWxucz0iaHR0cDovL3d3dy5ib2xkb25qYW1lcy5jb20vMjAwOC8wMS9zaWUvaW50ZXJuYWwvbGFiZWwiIC8+PC9zaXNsPjxVc2VyTmFtZT5VU1xucnAwMjQxNTgyPC9Vc2VyTmFtZT48RGF0ZVRpbWU+My83LzIwMjAgODoyNDo0OSBQTTwvRGF0ZVRpbWU+PExhYmVsU3RyaW5nPk9yaWdpbiBKdXJpc2RpY3Rpb246IFVTICB8IFJheXRoZW9uIFByb3ByaWV0YXJ5IHwgUGVyIEN1cnJlbnQgUmF5dGhlb24gUG9saWN5IChSUC1PR0MtMDM1KSB8IFVTLUV4cG9ydCBDb250cm9sbGVkIEp1cmlzZGljdGlvbiBVbmRldGVybWluZWQgfCBQZXIgQ3VycmVudCBSYXl0aGVvbiBQb2xpY3kgKFBJLU9HQy1HVEMtNTAwNCk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ZmI5OTEzMDgtYTNkZS00MGE4LTk2N2ItMDkyMjMzNDI0MWJhIiB2YWx1ZT0iIiB4bWxucz0iaHR0cDovL3d3dy5ib2xkb25qYW1lcy5jb20vMjAwOC8wMS9zaWUvaW50ZXJuYWwvbGFiZWwiIC8+PGVsZW1lbnQgdWlkPSJjMjA2ZDVmYS1hZWUxLTRmNjQtODlkOS1mODFlNGQ3YjNhY2MiIHZhbHVlPSIiIHhtbG5zPSJodHRwOi8vd3d3LmJvbGRvbmphbWVzLmNvbS8yMDA4LzAxL3NpZS9pbnRlcm5hbC9sYWJlbCIgLz48ZWxlbWVudCB1aWQ9ImFjZjllY2MzLTBmNDUtNDIzNC1hOTBkLWU0MzY4ZmFjZDk4MSIgdmFsdWU9IiIgeG1sbnM9Imh0dHA6Ly93d3cuYm9sZG9uamFtZXMuY29tLzIwMDgvMDEvc2llL2ludGVybmFsL2xhYmVsIiAvPjxlbGVtZW50IHVpZD0iYWFmYzlhOTUtZWU1ZC00ODdjLTljNGUtNjdhNTM4MGYyOTkxIiB2YWx1ZT0iIiB4bWxucz0iaHR0cDovL3d3dy5ib2xkb25qYW1lcy5jb20vMjAwOC8wMS9zaWUvaW50ZXJuYWwvbGFiZWwiIC8+PC9zaXNsPjxVc2VyTmFtZT5VU1wxMTAzMDg1PC9Vc2VyTmFtZT48RGF0ZVRpbWU+My8xMi8yMDIwIDY6MjM6MjMgUE08L0RhdGVUaW1lPjxMYWJlbFN0cmluZz5PcmlnaW4gSnVyaXNkaWN0aW9uOiBVUyAgfCBJbnRlcm5hbCBVc2UgT25seSB8IFBlciBDdXJyZW50IFJheXRoZW9uIFBvbGljeSAoUlAtT0dDLTAzNSkgfCBVUy1FeHBvcnQgQ29udHJvbGxlZCBKdXJpc2RpY3Rpb24gVW5kZXRlcm1pbmVkIHwgUGVyIEN1cnJlbnQgUmF5dGhlb24gUG9saWN5IChQSS1PR0MtR1RDLTUwMDQpPC9MYWJlbFN0cmluZz48L2l0ZW0+PGl0ZW0+PHNpc2wgc2lzbFZlcnNpb249IjAiIHBvbGljeT0iY2RlNTNhYzEtYmY1Zi00YWFlLTljZjEtMDc1MDllMjNhNGIwIiBvcmlnaW49InVzZXJTZWxlY3RlZCIgLz48VXNlck5hbWU+VVNcMTEwMzA4NTwvVXNlck5hbWU+PERhdGVUaW1lPjMvMTMvMjAyMCAxMDowMjo0NCBQTTwvRGF0ZVRpbWU+PExhYmVsU3RyaW5nPlRoaXMgYXJ0aWZhY3QgaGFzIG5vIGNsYXNzaWZpY2F0aW9uLjwvTGFiZWxTdHJpbmc+PC9pdGVtPjxpdGVtPjxzaXNsIHNpc2xWZXJzaW9uPSIwIiBwb2xpY3k9ImNkZTUzYWMxLWJmNWYtNGFhZS05Y2YxLTA3NTA5ZTIzYTRiMCIgb3JpZ2luPSJ1c2VyU2VsZWN0ZWQiPjxlbGVtZW50IHVpZD0iMTVmZWZhMWMtYWY2Ny00ZWJmLWE3MWQtZjAxNjIxMTY4OTYyIiB2YWx1ZT0iIiB4bWxucz0iaHR0cDovL3d3dy5ib2xkb25qYW1lcy5jb20vMjAwOC8wMS9zaWUvaW50ZXJuYWwvbGFiZWwiIC8+PGVsZW1lbnQgdWlkPSJhYWZjOWE5NS1lZTVkLTQ4N2MtOWM0ZS02N2E1MzgwZjI5OTEiIHZhbHVlPSIiIHhtbG5zPSJodHRwOi8vd3d3LmJvbGRvbmphbWVzLmNvbS8yMDA4LzAxL3NpZS9pbnRlcm5hbC9sYWJlbCIgLz48ZWxlbWVudCB1aWQ9ImJiYTk0YzY1LWFjM2QtNGYzNC1iMmUxLThkZTExZWY2ZjAxYyIgdmFsdWU9IiIgeG1sbnM9Imh0dHA6Ly93d3cuYm9sZG9uamFtZXMuY29tLzIwMDgvMDEvc2llL2ludGVybmFsL2xhYmVsIiAvPjxlbGVtZW50IHVpZD0iYmMyYjdjMDEtNmRiMS00ZTdkLTg4ZDEtZmM2MTY3NGY4NmZkIiB2YWx1ZT0iIiB4bWxucz0iaHR0cDovL3d3dy5ib2xkb25qYW1lcy5jb20vMjAwOC8wMS9zaWUvaW50ZXJuYWwvbGFiZWwiIC8+PGVsZW1lbnQgdWlkPSI5MmU5OTNhMy1hZjMyLTRhZmItYWExOS0zYTQ5Y2RiODJjN2EiIHZhbHVlPSIiIHhtbG5zPSJodHRwOi8vd3d3LmJvbGRvbmphbWVzLmNvbS8yMDA4LzAxL3NpZS9pbnRlcm5hbC9sYWJlbCIgLz48L3Npc2w+PFVzZXJOYW1lPlVTXDExMDMwODU8L1VzZXJOYW1lPjxEYXRlVGltZT4zLzEzLzIwMjAgMTA6MDU6NDQgUE08L0RhdGVUaW1lPjxMYWJlbFN0cmluZz5PcmlnaW4gSnVyaXNkaWN0aW9uOiBVUyAgfCBUaGlyZCBQYXJ0eSBQcm9wcmlldGFyeSAtIE5lZWQgdG8gS25vdyB8IFBlciBDdXJyZW50IFJheXRoZW9uIFBvbGljeSAoUlAtT0dDLTAzNSkgfCBPdGhlciBJbmZvcm1hdGlvbiAoTm90IFJlcXVpcmluZyBhbiBFeHBvcnQgQ29udHJvbCBNYXJraW5nKSB8IE5vIG1hcmtpbmcgYXBwbGllZCBieSB0aGUgdG9vbDwvTGFiZWxTdHJpbmc+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PGVsZW1lbnQgdWlkPSJiYzJiN2MwMS02ZGIxLTRlN2QtODhkMS1mYzYxNjc0Zjg2ZmQiIHZhbHVlPSIiIHhtbG5zPSJodHRwOi8vd3d3LmJvbGRvbmphbWVzLmNvbS8yMDA4LzAxL3NpZS9pbnRlcm5hbC9sYWJlbCIgLz48ZWxlbWVudCB1aWQ9IjkyZTk5M2EzLWFmMzItNGFmYi1hYTE5LTNhNDljZGI4MmM3YSIgdmFsdWU9IiIgeG1sbnM9Imh0dHA6Ly93d3cuYm9sZG9uamFtZXMuY29tLzIwMDgvMDEvc2llL2ludGVybmFsL2xhYmVsIiAvPjxlbGVtZW50IHVpZD0iYWNmOWVjYzMtMGY0NS00MjM0LWE5MGQtZTQzNjhmYWNkOTgxIiB2YWx1ZT0iIiB4bWxucz0iaHR0cDovL3d3dy5ib2xkb25qYW1lcy5jb20vMjAwOC8wMS9zaWUvaW50ZXJuYWwvbGFiZWwiIC8+PGVsZW1lbnQgdWlkPSJhYWZjOWE5NS1lZTVkLTQ4N2MtOWM0ZS02N2E1MzgwZjI5OTEiIHZhbHVlPSIiIHhtbG5zPSJodHRwOi8vd3d3LmJvbGRvbmphbWVzLmNvbS8yMDA4LzAxL3NpZS9pbnRlcm5hbC9sYWJlbCIgLz48L3Npc2w+PFVzZXJOYW1lPlVTXG5ycDAyNDE1ODI8L1VzZXJOYW1lPjxEYXRlVGltZT4zLzIzLzIwMjAgNzo1ODoxOSBQTTwvRGF0ZVRpbWU+PExhYmVsU3RyaW5nPk9yaWdpbiBKdXJpc2RpY3Rpb246IFVTICB8IEludGVybmFsIFVzZSBPbmx5IHwgUGVyIEN1cnJlbnQgUmF5dGhlb24gUG9saWN5IChSUC1PR0MtMDM1KSB8IE90aGVyIEluZm9ybWF0aW9uIChOb3QgUmVxdWlyaW5nIGFuIEV4cG9ydCBDb250cm9sIE1hcmtpbmcpIHwgTm8gbWFya2luZyBhcHBsaWVkIGJ5IHRoZSB0b29sPC9MYWJlbFN0cmluZz48L2l0ZW0+PGl0ZW0+PHNpc2wgc2lzbFZlcnNpb249IjAiIHBvbGljeT0iY2RlNTNhYzEtYmY1Zi00YWFlLTljZjEtMDc1MDllMjNhNGIwIiBvcmlnaW49InVzZXJTZWxlY3RlZCI+PGVsZW1lbnQgdWlkPSJiYmE5NGM2NS1hYzNkLTRmMzQtYjJlMS04ZGUxMWVmNmYwMWMiIHZhbHVlPSIiIHhtbG5zPSJodHRwOi8vd3d3LmJvbGRvbmphbWVzLmNvbS8yMDA4LzAxL3NpZS9pbnRlcm5hbC9sYWJlbCIgLz48ZWxlbWVudCB1aWQ9ImJjMmI3YzAxLTZkYjEtNGU3ZC04OGQxLWZjNjE2NzRmODZmZCIgdmFsdWU9IiIgeG1sbnM9Imh0dHA6Ly93d3cuYm9sZG9uamFtZXMuY29tLzIwMDgvMDEvc2llL2ludGVybmFsL2xhYmVsIiAvPjxlbGVtZW50IHVpZD0iOTJlOTkzYTMtYWYzMi00YWZiLWFhMTktM2E0OWNkYjgyYzdhIiB2YWx1ZT0iIiB4bWxucz0iaHR0cDovL3d3dy5ib2xkb25qYW1lcy5jb20vMjAwOC8wMS9zaWUvaW50ZXJuYWwvbGFiZWwiIC8+PGVsZW1lbnQgdWlkPSIxNWZlZmExYy1hZjY3LTRlYmYtYTcxZC1mMDE2MjExNjg5NjIiIHZhbHVlPSIiIHhtbG5zPSJodHRwOi8vd3d3LmJvbGRvbmphbWVzLmNvbS8yMDA4LzAxL3NpZS9pbnRlcm5hbC9sYWJlbCIgLz48ZWxlbWVudCB1aWQ9ImFhZmM5YTk1LWVlNWQtNDg3Yy05YzRlLTY3YTUzODBmMjk5MSIgdmFsdWU9IiIgeG1sbnM9Imh0dHA6Ly93d3cuYm9sZG9uamFtZXMuY29tLzIwMDgvMDEvc2llL2ludGVybmFsL2xhYmVsIiAvPjwvc2lzbD48VXNlck5hbWU+VVNcbnJwMDI0MTU4MjwvVXNlck5hbWU+PERhdGVUaW1lPjMvMjMvMjAyMCA4OjQ4OjA4IFBNPC9EYXRlVGltZT48TGFiZWxTdHJpbmc+T3JpZ2luIEp1cmlzZGljdGlvbjogVVMgIHwgVGhpcmQgUGFydHkgUHJvcHJpZXRhcnkgLSBOZWVkIHRvIEtub3cgfCBQZXIgQ3VycmVudCBSYXl0aGVvbiBQb2xpY3kgKFJQLU9HQy0wMzUpIHwgT3RoZXIgSW5mb3JtYXRpb24gKE5vdCBSZXF1aXJpbmcgYW4gRXhwb3J0IENvbnRyb2wgTWFya2luZykgfCBObyBtYXJraW5nIGFwcGxpZWQgYnkgdGhlIHRvb2w8L0xhYmVsU3RyaW5nPjwvaXRlbT48aXRlbT48c2lzbCBzaXNsVmVyc2lvbj0iMCIgcG9saWN5PSJjZGU1M2FjMS1iZjVmLTRhYWUtOWNmMS0wNzUwOWUyM2E0YjAiIG9yaWdpbj0idXNlclNlbGVjdGVkIiAvPjxVc2VyTmFtZT5VU1wxMTAzMDg1PC9Vc2VyTmFtZT48RGF0ZVRpbWU+My8yMy8yMDIwIDEwOjE1OjQwIFBNPC9EYXRlVGltZT48TGFiZWxTdHJpbmc+VGhpcyBhcnRpZmFjdCBoYXMgbm8gY2xhc3NpZmljYXRpb24uPC9MYWJlbFN0cmluZz48L2l0ZW0+PGl0ZW0+PHNpc2wgc2lzbFZlcnNpb249IjAiIHBvbGljeT0iY2RlNTNhYzEtYmY1Zi00YWFlLTljZjEtMDc1MDllMjNhNGIwIiBvcmlnaW49ImRlZmF1bHRWYWx1ZSI+PGVsZW1lbnQgdWlkPSJiYmE5NGM2NS1hYzNkLTRmMzQtYjJlMS04ZGUxMWVmNmYwMWMiIHZhbHVlPSIiIHhtbG5zPSJodHRwOi8vd3d3LmJvbGRvbmphbWVzLmNvbS8yMDA4LzAxL3NpZS9pbnRlcm5hbC9sYWJlbCIgLz48L3Npc2w+PFVzZXJOYW1lPlVTXG5ycDAyNDE1ODI8L1VzZXJOYW1lPjxEYXRlVGltZT40LzIwLzIwMjAgNDoyOToyMyBQTTwvRGF0ZVRpbWU+PExhYmVsU3RyaW5nPk9yaWdpbiBKdXJpc2RpY3Rpb246IFVTIDwvTGFiZWxTdHJpbmc+PC9pdGVtPjxpdGVtPjxzaXNsIHNpc2xWZXJzaW9uPSIwIiBwb2xpY3k9ImNkZTUzYWMxLWJmNWYtNGFhZS05Y2YxLTA3NTA5ZTIzYTRiMCIgb3JpZ2luPSJ1c2VyU2VsZWN0ZWQiIC8+PFVzZXJOYW1lPlVTXDExMDMwODU8L1VzZXJOYW1lPjxEYXRlVGltZT40LzIwLzIwMjAgNjozMjo1MCBQTTwvRGF0ZVRpbWU+PExhYmVsU3RyaW5nPlRoaXMgYXJ0aWZhY3QgaGFzIG5vIGNsYXNzaWZpY2F0aW9uLjwvTGFiZWxTdHJpbmc+PC9pdGVtPjxpdGVtPjxzaXNsIHNpc2xWZXJzaW9uPSIwIiBwb2xpY3k9ImNkZTUzYWMxLWJmNWYtNGFhZS05Y2YxLTA3NTA5ZTIzYTRiMCIgb3JpZ2luPSJkZWZhdWx0VmFsdWUiPjxlbGVtZW50IHVpZD0iYmJhOTRjNjUtYWMzZC00ZjM0LWIyZTEtOGRlMTFlZjZmMDFjIiB2YWx1ZT0iIiB4bWxucz0iaHR0cDovL3d3dy5ib2xkb25qYW1lcy5jb20vMjAwOC8wMS9zaWUvaW50ZXJuYWwvbGFiZWwiIC8+PC9zaXNsPjxVc2VyTmFtZT5VU1x2YWExMDUwPC9Vc2VyTmFtZT48RGF0ZVRpbWU+MTIvMTYvMjAyMCA1OjIyOjIzIFBNPC9EYXRlVGltZT48TGFiZWxTdHJpbmc+T3JpZ2luIEp1cmlzZGljdGlvbjogVVMgPC9MYWJlbFN0cmluZz48L2l0ZW0+PGl0ZW0+PHNpc2wgc2lzbFZlcnNpb249IjAiIHBvbGljeT0iY2RlNTNhYzEtYmY1Zi00YWFlLTljZjEtMDc1MDllMjNhNGIwIiBvcmlnaW49InVzZXJTZWxlY3RlZCI+PGVsZW1lbnQgdWlkPSJiYmE5NGM2NS1hYzNkLTRmMzQtYjJlMS04ZGUxMWVmNmYwMWMiIHZhbHVlPSIiIHhtbG5zPSJodHRwOi8vd3d3LmJvbGRvbmphbWVzLmNvbS8yMDA4LzAxL3NpZS9pbnRlcm5hbC9sYWJlbCIgLz48ZWxlbWVudCB1aWQ9ImRlY2VjYmQ2LWRhM2ItNDZmZS04ZjAwLWY5ZDlkZWVhMmVlMSIgdmFsdWU9IiIgeG1sbnM9Imh0dHA6Ly93d3cuYm9sZG9uamFtZXMuY29tLzIwMDgvMDEvc2llL2ludGVybmFsL2xhYmVsIiAvPjxlbGVtZW50IHVpZD0iYmJiZjdiZjQtNGY0Zi00MTg5LTljNWUtNjUwMTVkZThhNmFkIiB2YWx1ZT0iIiB4bWxucz0iaHR0cDovL3d3dy5ib2xkb25qYW1lcy5jb20vMjAwOC8wMS9zaWUvaW50ZXJuYWwvbGFiZWwiIC8+PGVsZW1lbnQgdWlkPSJmYjk5MTMwOC1hM2RlLTQwYTgtOTY3Yi0wOTIyMzM0MjQxYmEiIHZhbHVlPSIiIHhtbG5zPSJodHRwOi8vd3d3LmJvbGRvbmphbWVzLmNvbS8yMDA4LzAxL3NpZS9pbnRlcm5hbC9sYWJlbCIgLz48ZWxlbWVudCB1aWQ9ImMyMDZkNWZhLWFlZTEtNGY2NC04OWQ5LWY4MWU0ZDdiM2FjYyIgdmFsdWU9IiIgeG1sbnM9Imh0dHA6Ly93d3cuYm9sZG9uamFtZXMuY29tLzIwMDgvMDEvc2llL2ludGVybmFsL2xhYmVsIiAvPjwvc2lzbD48VXNlck5hbWU+VVNcdmFhMTA1MDwvVXNlck5hbWU+PERhdGVUaW1lPjEyLzE3LzIwMjAgMTo1NDo0NiBQTTwvRGF0ZVRpbWU+PExhYmVsU3RyaW5nPk9yaWdpbiBKdXJpc2RpY3Rpb246IFVTICB8IFVucmVzdHJpY3RlZCBDb250ZW50IHwgTm8gbWFya2luZyBhcHBsaWVkIGJ5IHRoaXMgdG9vbCB8IFVTLUV4cG9ydCBDb250cm9sbGVkIEp1cmlzZGljdGlvbiBVbmRldGVybWluZWQgfCBQZXIgQ3VycmVudCBSYXl0aGVvbiBQb2xpY3kgKFBJLU9HQy1HVEMtNTAwNCk8L0xhYmVsU3RyaW5nPjwvaXRlbT48aXRlbT48c2lzbCBzaXNsVmVyc2lvbj0iMCIgcG9saWN5PSJjZGU1M2FjMS1iZjVmLTRhYWUtOWNmMS0wNzUwOWUyM2E0YjAiIG9yaWdpbj0idXNlclNlbGVjdGVkIiAvPjxVc2VyTmFtZT5VU1wxMTYxMTEzPC9Vc2VyTmFtZT48RGF0ZVRpbWU+Ni8xLzIwMjMgMjo0OTo1NCBQTTwvRGF0ZVRpbWU+PExhYmVsU3RyaW5nPlRoaXMgYXJ0aWZhY3QgaGFzIG5vIGNsYXNzaWZpY2F0aW9uLjwvTGFiZWxTdHJpbmc+PC9pdGVtPjxpdGVtPjxzaXNsIHNpc2xWZXJzaW9uPSIwIiBwb2xpY3k9ImNkZTUzYWMxLWJmNWYtNGFhZS05Y2YxLTA3NTA5ZTIzYTRiMCIgb3JpZ2luPSJ1c2VyU2VsZWN0ZWQiPjxlbGVtZW50IHVpZD0iZGVjZWNiZDYtZGEzYi00NmZlLThmMDAtZjlkOWRlZWEyZWUxIiB2YWx1ZT0iIiB4bWxucz0iaHR0cDovL3d3dy5ib2xkb25qYW1lcy5jb20vMjAwOC8wMS9zaWUvaW50ZXJuYWwvbGFiZWwiIC8+PGVsZW1lbnQgdWlkPSJhNGE5ZjM4Mi04Y2VjLTQwYmItYTljMy1jMTg3NmRlZDlkZWUiIHZhbHVlPSIiIHhtbG5zPSJodHRwOi8vd3d3LmJvbGRvbmphbWVzLmNvbS8yMDA4LzAxL3NpZS9pbnRlcm5hbC9sYWJlbCIgLz48ZWxlbWVudCB1aWQ9ImJiYTk0YzY1LWFjM2QtNGYzNC1iMmUxLThkZTExZWY2ZjAxYyIgdmFsdWU9IiIgeG1sbnM9Imh0dHA6Ly93d3cuYm9sZG9uamFtZXMuY29tLzIwMDgvMDEvc2llL2ludGVybmFsL2xhYmVsIiAvPjxlbGVtZW50IHVpZD0iZDc1OWNkN2EtYjU3Yy00MmU0LTlhNDktOWI4MmEyMzM3NTc5IiB2YWx1ZT0iIiB4bWxucz0iaHR0cDovL3d3dy5ib2xkb25qYW1lcy5jb20vMjAwOC8wMS9zaWUvaW50ZXJuYWwvbGFiZWwiIC8+PGVsZW1lbnQgdWlkPSI5MmU5OTNhMy1hZjMyLTRhZmItYWExOS0zYTQ5Y2RiODJjN2EiIHZhbHVlPSIiIHhtbG5zPSJodHRwOi8vd3d3LmJvbGRvbmphbWVzLmNvbS8yMDA4LzAxL3NpZS9pbnRlcm5hbC9sYWJlbCIgLz48L3Npc2w+PFVzZXJOYW1lPlVTXDExNjExMTM8L1VzZXJOYW1lPjxEYXRlVGltZT42LzYvMjAyMyA3OjEwOjE1IFBNPC9EYXRlVGltZT48TGFiZWxTdHJpbmc+T3JpZ2luIEp1cmlzZGljdGlvbjogVVMgfCBVbnJlc3RyaWN0ZWQgQ29udGVudCB8IFJheXRoZW9uIFRlY2hub2xvZ2llcyAoQ29ycG9yYXRlIE9ubHkpIHwgTm9uLUV4cG9ydCBDb250cm9sbGVkIFRlY2huaWNhbCBJbmZvcm1hdGlvbiAoRVhJTSBEZXRlcm1pbmVkIE9ubHkpIHwgTm8gbWFya2luZyBhcHBsaWVkIGJ5IHRoZSB0b29sPC9MYWJlbFN0cmluZz48L2l0ZW0+PGl0ZW0+PHNpc2wgc2lzbFZlcnNpb249IjAiIHBvbGljeT0iY2RlNTNhYzEtYmY1Zi00YWFlLTljZjEtMDc1MDllMjNhNGIwIiBvcmlnaW49InVzZXJTZWxlY3RlZCI+PGVsZW1lbnQgdWlkPSJiYmE5NGM2NS1hYzNkLTRmMzQtYjJlMS04ZGUxMWVmNmYwMWMiIHZhbHVlPSIiIHhtbG5zPSJodHRwOi8vd3d3LmJvbGRvbmphbWVzLmNvbS8yMDA4LzAxL3NpZS9pbnRlcm5hbC9sYWJlbCIgLz48ZWxlbWVudCB1aWQ9ImJjMmI3YzAxLTZkYjEtNGU3ZC04OGQxLWZjNjE2NzRmODZmZCIgdmFsdWU9IiIgeG1sbnM9Imh0dHA6Ly93d3cuYm9sZG9uamFtZXMuY29tLzIwMDgvMDEvc2llL2ludGVybmFsL2xhYmVsIiAvPjxlbGVtZW50IHVpZD0iOTJlOTkzYTMtYWYzMi00YWZiLWFhMTktM2E0OWNkYjgyYzdhIiB2YWx1ZT0iIiB4bWxucz0iaHR0cDovL3d3dy5ib2xkb25qYW1lcy5jb20vMjAwOC8wMS9zaWUvaW50ZXJuYWwvbGFiZWwiIC8+PGVsZW1lbnQgdWlkPSJhY2Y5ZWNjMy0wZjQ1LTQyMzQtYTkwZC1lNDM2OGZhY2Q5ODEiIHZhbHVlPSIiIHhtbG5zPSJodHRwOi8vd3d3LmJvbGRvbmphbWVzLmNvbS8yMDA4LzAxL3NpZS9pbnRlcm5hbC9sYWJlbCIgLz48ZWxlbWVudCB1aWQ9ImE0YTlmMzgyLThjZWMtNDBiYi1hOWMzLWMxODc2ZGVkOWRlZSIgdmFsdWU9IiIgeG1sbnM9Imh0dHA6Ly93d3cuYm9sZG9uamFtZXMuY29tLzIwMDgvMDEvc2llL2ludGVybmFsL2xhYmVsIiAvPjwvc2lzbD48VXNlck5hbWU+VVNcMTE2MTExMzwvVXNlck5hbWU+PERhdGVUaW1lPjYvNi8yMDIzIDc6MTA6MzIgUE08L0RhdGVUaW1lPjxMYWJlbFN0cmluZz5PcmlnaW4gSnVyaXNkaWN0aW9uOiBVUyB8IENvbXBhbnkgVXNlL0ludGVybmFsIFVzZSBPbmx5IHwgUmF5dGhlb24gVGVjaG5vbG9naWVzIChDb3Jwb3JhdGUgT25seSkgfCBPdGhlciBJbmZvcm1hdGlvbiAoTm90IFJlcXVpcmluZyBhbiBFeHBvcnQgQ29udHJvbCBNYXJraW5nKSB8IE5vIG1hcmtpbmcgYXBwbGllZCBieSB0aGUgdG9vbDwvTGFiZWxTdHJpbmc+PC9pdGVtPjxpdGVtPjxzaXNsIHNpc2xWZXJzaW9uPSIwIiBwb2xpY3k9ImNkZTUzYWMxLWJmNWYtNGFhZS05Y2YxLTA3NTA5ZTIzYTRiMCIgb3JpZ2luPSJ1c2VyU2VsZWN0ZWQiIC8+PFVzZXJOYW1lPlVTXDExNjExMTM8L1VzZXJOYW1lPjxEYXRlVGltZT42LzYvMjAyMyA4OjE3OjQwIFBNPC9EYXRlVGltZT48TGFiZWxTdHJpbmc+VGhpcyBhcnRpZmFjdCBoYXMgbm8gY2xhc3NpZmljYXRpb24uPC9MYWJlbFN0cmluZz48L2l0ZW0+PGl0ZW0+PHNpc2wgc2lzbFZlcnNpb249IjAiIHBvbGljeT0iY2RlNTNhYzEtYmY1Zi00YWFlLTljZjEtMDc1MDllMjNhNGIwIiBvcmlnaW49InVzZXJTZWxlY3RlZCI+PGVsZW1lbnQgdWlkPSJhY2Y5ZWNjMy0wZjQ1LTQyMzQtYTkwZC1lNDM2OGZhY2Q5ODEiIHZhbHVlPSIiIHhtbG5zPSJodHRwOi8vd3d3LmJvbGRvbmphbWVzLmNvbS8yMDA4LzAxL3NpZS9pbnRlcm5hbC9sYWJlbCIgLz48ZWxlbWVudCB1aWQ9IjY5ZDAwYWNkLTg5YzQtNDRlMC04NGFlLWU1OGRhMTdmNDg1YyIgdmFsdWU9IiIgeG1sbnM9Imh0dHA6Ly93d3cuYm9sZG9uamFtZXMuY29tLzIwMDgvMDEvc2llL2ludGVybmFsL2xhYmVsIiAvPjxlbGVtZW50IHVpZD0iYmJhOTRjNjUtYWMzZC00ZjM0LWIyZTEtOGRlMTFlZjZmMDFjIiB2YWx1ZT0iIiB4bWxucz0iaHR0cDovL3d3dy5ib2xkb25qYW1lcy5jb20vMjAwOC8wMS9zaWUvaW50ZXJuYWwvbGFiZWwiIC8+PGVsZW1lbnQgdWlkPSJiYzJiN2MwMS02ZGIxLTRlN2QtODhkMS1mYzYxNjc0Zjg2ZmQiIHZhbHVlPSIiIHhtbG5zPSJodHRwOi8vd3d3LmJvbGRvbmphbWVzLmNvbS8yMDA4LzAxL3NpZS9pbnRlcm5hbC9sYWJlbCIgLz48ZWxlbWVudCB1aWQ9IjkyZTk5M2EzLWFmMzItNGFmYi1hYTE5LTNhNDljZGI4MmM3YSIgdmFsdWU9IiIgeG1sbnM9Imh0dHA6Ly93d3cuYm9sZG9uamFtZXMuY29tLzIwMDgvMDEvc2llL2ludGVybmFsL2xhYmVsIiAvPjxlbGVtZW50IHVpZD0iYTI3ZjY3MWYtMDQ1YS00OWQyLWIyMzgtNGYzY2EyZTBiMGJiIiB2YWx1ZT0iIiB4bWxucz0iaHR0cDovL3d3dy5ib2xkb25qYW1lcy5jb20vMjAwOC8wMS9zaWUvaW50ZXJuYWwvbGFiZWwiIC8+PC9zaXNsPjxVc2VyTmFtZT5BRFhVXEUyMTE2MTExMzwvVXNlck5hbWU+PERhdGVUaW1lPjgvMTQvMjAyMyAxOjUwOjQ2IFBNPC9EYXRlVGltZT48TGFiZWxTdHJpbmc+RXhwb3J0IENvbnRyb2wgQ291bnRyeTogVVMgIHwgQ29tcGFueSBVc2UgfCBSYXl0aGVvbiBUZWNobm9sb2dpZXMgfCBPdGhlciBJbmZvcm1hdGlvbiAoTm90IFJlcXVpcmluZyBhbiBFeHBvcnQgQ29udHJvbCBNYXJraW5nKSB8IE5vIHZpc3VhbCBtYXJraW5nIGFwcGxpZWQgYnkgdGhlIHRvb2wgfCBObyBUZWNoIERhdGE8L0xhYmVsU3RyaW5nPjwvaXRlbT48aXRlbT48c2lzbCBzaXNsVmVyc2lvbj0iMCIgcG9saWN5PSJjZGU1M2FjMS1iZjVmLTRhYWUtOWNmMS0wNzUwOWUyM2E0YjAiIG9yaWdpbj0idXNlclNlbGVjdGVkIj48ZWxlbWVudCB1aWQ9ImFjZjllY2MzLTBmNDUtNDIzNC1hOTBkLWU0MzY4ZmFjZDk4MSIgdmFsdWU9IiIgeG1sbnM9Imh0dHA6Ly93d3cuYm9sZG9uamFtZXMuY29tLzIwMDgvMDEvc2llL2ludGVybmFsL2xhYmVsIiAvPjxlbGVtZW50IHVpZD0iNjlkMDBhY2QtODljNC00NGUwLTg0YWUtZTU4ZGExN2Y0ODVjIiB2YWx1ZT0iIiB4bWxucz0iaHR0cDovL3d3dy5ib2xkb25qYW1lcy5jb20vMjAwOC8wMS9zaWUvaW50ZXJuYWwvbGFiZWwiIC8+PGVsZW1lbnQgdWlkPSJiYmE5NGM2NS1hYzNkLTRmMzQtYjJlMS04ZGUxMWVmNmYwMWMiIHZhbHVlPSIiIHhtbG5zPSJodHRwOi8vd3d3LmJvbGRvbmphbWVzLmNvbS8yMDA4LzAxL3NpZS9pbnRlcm5hbC9sYWJlbCIgLz48ZWxlbWVudCB1aWQ9ImJjMmI3YzAxLTZkYjEtNGU3ZC04OGQxLWZjNjE2NzRmODZmZCIgdmFsdWU9IiIgeG1sbnM9Imh0dHA6Ly93d3cuYm9sZG9uamFtZXMuY29tLzIwMDgvMDEvc2llL2ludGVybmFsL2xhYmVsIiAvPjxlbGVtZW50IHVpZD0iOTJlOTkzYTMtYWYzMi00YWZiLWFhMTktM2E0OWNkYjgyYzdhIiB2YWx1ZT0iIiB4bWxucz0iaHR0cDovL3d3dy5ib2xkb25qYW1lcy5jb20vMjAwOC8wMS9zaWUvaW50ZXJuYWwvbGFiZWwiIC8+PC9zaXNsPjxVc2VyTmFtZT5BRFhVXEUyMTE2MTExMzwvVXNlck5hbWU+PERhdGVUaW1lPjgvMTcvMjAyMyAyOjI2OjI5IFBNPC9EYXRlVGltZT48TGFiZWxTdHJpbmc+RXhwb3J0IENvbnRyb2wgQ291bnRyeTogVVMgIHwgQ29tcGFueSBVc2UvSW50ZXJuYWwgVXNlIE9ubHkgfCBSVFggQ29ycG9yYXRpb24gKENvcnBvcmF0ZSkgfCBPdGhlciBJbmZvcm1hdGlvbiAoTm90IFJlcXVpcmluZyBhbiBFeHBvcnQgQ29udHJvbCBNYXJraW5nKSB8IE5vIHZpc3VhbCBtYXJraW5nIGFwcGxpZWQgYnkgdGhlIHRvb2w8L0xhYmVsU3RyaW5nPjwvaXRlbT48aXRlbT48c2lzbCBzaXNsVmVyc2lvbj0iMCIgcG9saWN5PSJjZGU1M2FjMS1iZjVmLTRhYWUtOWNmMS0wNzUwOWUyM2E0YjAiIG9yaWdpbj0idXNlclNlbGVjdGVkIj48ZWxlbWVudCB1aWQ9ImFjZjllY2MzLTBmNDUtNDIzNC1hOTBkLWU0MzY4ZmFjZDk4MSIgdmFsdWU9IiIgeG1sbnM9Imh0dHA6Ly93d3cuYm9sZG9uamFtZXMuY29tLzIwMDgvMDEvc2llL2ludGVybmFsL2xhYmVsIiAvPjxlbGVtZW50IHVpZD0iNjlkMDBhY2QtODljNC00NGUwLTg0YWUtZTU4ZGExN2Y0ODVjIiB2YWx1ZT0iIiB4bWxucz0iaHR0cDovL3d3dy5ib2xkb25qYW1lcy5jb20vMjAwOC8wMS9zaWUvaW50ZXJuYWwvbGFiZWwiIC8+PGVsZW1lbnQgdWlkPSJiYmE5NGM2NS1hYzNkLTRmMzQtYjJlMS04ZGUxMWVmNmYwMWMiIHZhbHVlPSIiIHhtbG5zPSJodHRwOi8vd3d3LmJvbGRvbmphbWVzLmNvbS8yMDA4LzAxL3NpZS9pbnRlcm5hbC9sYWJlbCIgLz48ZWxlbWVudCB1aWQ9ImJjMmI3YzAxLTZkYjEtNGU3ZC04OGQxLWZjNjE2NzRmODZmZCIgdmFsdWU9IiIgeG1sbnM9Imh0dHA6Ly93d3cuYm9sZG9uamFtZXMuY29tLzIwMDgvMDEvc2llL2ludGVybmFsL2xhYmVsIiAvPjxlbGVtZW50IHVpZD0iNzFmNGYyY2EtOTMzNi00OTcwLWEwMDYtMTkyZDdhODA1MTY0IiB2YWx1ZT0iIiB4bWxucz0iaHR0cDovL3d3dy5ib2xkb25qYW1lcy5jb20vMjAwOC8wMS9zaWUvaW50ZXJuYWwvbGFiZWwiIC8+PC9zaXNsPjxVc2VyTmFtZT5BRFhVXEUyMTAwNTMyOTwvVXNlck5hbWU+PERhdGVUaW1lPjkvMTgvMjAyNCAyOjQxOjIxIFBNPC9EYXRlVGltZT48TGFiZWxTdHJpbmc+RXhwb3J0IENvbnRyb2wgQ291bnRyeTogVVMgIHwgQ29tcGFueSBVc2UvSW50ZXJuYWwgVXNlIE9ubHkgfCBSVFggQ29ycG9yYXRpb24gKENvcnBvcmF0ZSkgfCBPdGhlciBJbmZvcm1hdGlvbiAoTm90IFJlcXVpcmluZyBhbiBFeHBvcnQgQ29udHJvbCBNYXJraW5nKSB8IFBlciBSVFggUG9saWN5IChHQ1AtMTQpPC9MYWJlbFN0cmluZz48L2l0ZW0+PC9sYWJlbEhpc3Rvcnk+</Value>
</WrappedLabelHistory>
</file>

<file path=customXml/item5.xml><?xml version="1.0" encoding="utf-8"?>
<sisl xmlns:xsi="http://www.w3.org/2001/XMLSchema-instance" xmlns:xsd="http://www.w3.org/2001/XMLSchema" xmlns="http://www.boldonjames.com/2008/01/sie/internal/label" sislVersion="0" policy="cde53ac1-bf5f-4aae-9cf1-07509e23a4b0" origin="userSelected">
  <element uid="acf9ecc3-0f45-4234-a90d-e4368facd981" value=""/>
  <element uid="69d00acd-89c4-44e0-84ae-e58da17f485c" value=""/>
  <element uid="bba94c65-ac3d-4f34-b2e1-8de11ef6f01c" value=""/>
  <element uid="bc2b7c01-6db1-4e7d-88d1-fc61674f86fd" value=""/>
  <element uid="71f4f2ca-9336-4970-a006-192d7a805164" value=""/>
</sisl>
</file>

<file path=customXml/itemProps1.xml><?xml version="1.0" encoding="utf-8"?>
<ds:datastoreItem xmlns:ds="http://schemas.openxmlformats.org/officeDocument/2006/customXml" ds:itemID="{2AE5F23F-329C-4DBF-9D60-45A5F548688A}">
  <ds:schemaRefs>
    <ds:schemaRef ds:uri="http://schemas.microsoft.com/office/2006/documentManagement/types"/>
    <ds:schemaRef ds:uri="http://purl.org/dc/dcmitype/"/>
    <ds:schemaRef ds:uri="http://schemas.microsoft.com/sharepoint/v3"/>
    <ds:schemaRef ds:uri="http://purl.org/dc/terms/"/>
    <ds:schemaRef ds:uri="http://www.w3.org/XML/1998/namespace"/>
    <ds:schemaRef ds:uri="http://purl.org/dc/elements/1.1/"/>
    <ds:schemaRef ds:uri="http://schemas.microsoft.com/office/2006/metadata/properties"/>
    <ds:schemaRef ds:uri="0376e286-d3ee-44d3-a086-43fcfaad70d4"/>
    <ds:schemaRef ds:uri="http://schemas.microsoft.com/office/infopath/2007/PartnerControls"/>
    <ds:schemaRef ds:uri="http://schemas.openxmlformats.org/package/2006/metadata/core-properties"/>
    <ds:schemaRef ds:uri="516fe794-3974-4276-9310-4faae2c923a6"/>
  </ds:schemaRefs>
</ds:datastoreItem>
</file>

<file path=customXml/itemProps2.xml><?xml version="1.0" encoding="utf-8"?>
<ds:datastoreItem xmlns:ds="http://schemas.openxmlformats.org/officeDocument/2006/customXml" ds:itemID="{4F85E5AD-1BCC-408B-B532-7B415316D2C0}">
  <ds:schemaRefs>
    <ds:schemaRef ds:uri="http://schemas.microsoft.com/sharepoint/v3/contenttype/forms"/>
  </ds:schemaRefs>
</ds:datastoreItem>
</file>

<file path=customXml/itemProps3.xml><?xml version="1.0" encoding="utf-8"?>
<ds:datastoreItem xmlns:ds="http://schemas.openxmlformats.org/officeDocument/2006/customXml" ds:itemID="{04582D57-39D7-4F76-A86B-C4C78D506662}"/>
</file>

<file path=customXml/itemProps4.xml><?xml version="1.0" encoding="utf-8"?>
<ds:datastoreItem xmlns:ds="http://schemas.openxmlformats.org/officeDocument/2006/customXml" ds:itemID="{C15C3F79-C153-451E-A245-3447252CD3FC}">
  <ds:schemaRefs>
    <ds:schemaRef ds:uri="http://www.boldonjames.com/2016/02/Classifier/internal/wrappedLabelHistory"/>
    <ds:schemaRef ds:uri="http://www.w3.org/2001/XMLSchema"/>
  </ds:schemaRefs>
</ds:datastoreItem>
</file>

<file path=customXml/itemProps5.xml><?xml version="1.0" encoding="utf-8"?>
<ds:datastoreItem xmlns:ds="http://schemas.openxmlformats.org/officeDocument/2006/customXml" ds:itemID="{C43A2654-375D-42F3-8F6D-017597A10C14}">
  <ds:schemaRefs>
    <ds:schemaRef ds:uri="http://www.w3.org/2001/XMLSchema"/>
    <ds:schemaRef ds:uri="http://www.boldonjames.com/2008/01/sie/internal/label"/>
  </ds:schemaRefs>
</ds:datastoreItem>
</file>

<file path=docMetadata/LabelInfo.xml><?xml version="1.0" encoding="utf-8"?>
<clbl:labelList xmlns:clbl="http://schemas.microsoft.com/office/2020/mipLabelMetadata">
  <clbl:label id="{4447dd6a-a4a1-440b-a6a3-9124ef1ee017}" enabled="1" method="Privileged" siteId="{7a18110d-ef9b-4274-acef-e62ab0fe28ed}" contentBits="0" removed="0"/>
</clbl:labelList>
</file>

<file path=docProps/app.xml><?xml version="1.0" encoding="utf-8"?>
<Properties xmlns="http://schemas.openxmlformats.org/officeDocument/2006/extended-properties" xmlns:vt="http://schemas.openxmlformats.org/officeDocument/2006/docPropsVTypes">
  <Template>RTX_16x9_2024_v1</Template>
  <TotalTime>1394</TotalTime>
  <Words>2141</Words>
  <Application>Microsoft Office PowerPoint</Application>
  <PresentationFormat>Widescreen</PresentationFormat>
  <Paragraphs>239</Paragraphs>
  <Slides>17</Slides>
  <Notes>17</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17</vt:i4>
      </vt:variant>
    </vt:vector>
  </HeadingPairs>
  <TitlesOfParts>
    <vt:vector size="24" baseType="lpstr">
      <vt:lpstr>-apple-system</vt:lpstr>
      <vt:lpstr>Aptos</vt:lpstr>
      <vt:lpstr>Arial</vt:lpstr>
      <vt:lpstr>Calibri</vt:lpstr>
      <vt:lpstr>Consolas</vt:lpstr>
      <vt:lpstr>RTX Masters: Covers</vt:lpstr>
      <vt:lpstr>RTX Masters: Content</vt:lpstr>
      <vt:lpstr>AI-Driven Bayesian Templates for Hubbard’s AIE in engineering decisions under uncertainty </vt:lpstr>
      <vt:lpstr>Tutorial for – AI, Measures, Decisions in uncertainty</vt:lpstr>
      <vt:lpstr>What is AIE? Who is Hubbard?</vt:lpstr>
      <vt:lpstr>Section 1: Environment Setup</vt:lpstr>
      <vt:lpstr>Section 2: Background</vt:lpstr>
      <vt:lpstr>Section 3:  Step 1 - Define the Decision &amp; Uncertainties  </vt:lpstr>
      <vt:lpstr>Section 4:  Step 2 - LLM Problem Parser → JSON   </vt:lpstr>
      <vt:lpstr>Section 5:  Step 3 - Value of Information (VoI) Ranking    </vt:lpstr>
      <vt:lpstr>Section 6:  Step 4 - Calibrated Priors (Two Paths)     </vt:lpstr>
      <vt:lpstr>Section 7:  Step 4B - Bayesian Update (Likelihood + Posterior)      </vt:lpstr>
      <vt:lpstr>Section 8: Step 4C - Chained Bayesian DAG Visualization       </vt:lpstr>
      <vt:lpstr>Section 9:  Step 5 - Monte Carlo Simulation &amp; Decision        </vt:lpstr>
      <vt:lpstr>PowerPoint Presentation</vt:lpstr>
      <vt:lpstr>PowerPoint Presentation</vt:lpstr>
      <vt:lpstr>BIO </vt:lpstr>
      <vt:lpstr>Thank you.</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rtnipcontrolcode:internaluseonly|rtnipcontrolcodevm:rtxpogc035|rtnexportcontrolcountry:usa|rtnexportcontrolcode:otherinfo|rtnexportcontrolcodevm:gcpogc14</dc:subject>
  <dc:creator>Lucier, Cynthia    RTX</dc:creator>
  <cp:keywords>https:/corpid.rtx.com</cp:keywords>
  <dc:description>Updated June 2023</dc:description>
  <cp:lastModifiedBy>Christensen, Kirtis A (USA)</cp:lastModifiedBy>
  <cp:revision>8</cp:revision>
  <dcterms:created xsi:type="dcterms:W3CDTF">2024-05-22T13:11:01Z</dcterms:created>
  <dcterms:modified xsi:type="dcterms:W3CDTF">2026-07-16T17:45:38Z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IndexRef">
    <vt:lpwstr>42e32888-df5a-4359-be25-c1ad96c0940d</vt:lpwstr>
  </property>
  <property fmtid="{D5CDD505-2E9C-101B-9397-08002B2CF9AE}" pid="3" name="bjSaver">
    <vt:lpwstr>A2AB0OuaTTiL2YVHw3qxYann2Jd9uCN6</vt:lpwstr>
  </property>
  <property fmtid="{D5CDD505-2E9C-101B-9397-08002B2CF9AE}" pid="4" name="bjClsUserRVM">
    <vt:lpwstr>[]</vt:lpwstr>
  </property>
  <property fmtid="{D5CDD505-2E9C-101B-9397-08002B2CF9AE}" pid="5" name="MSIP_Label_4447dd6a-a4a1-440b-a6a3-9124ef1ee017_Enabled">
    <vt:lpwstr>true</vt:lpwstr>
  </property>
  <property fmtid="{D5CDD505-2E9C-101B-9397-08002B2CF9AE}" pid="6" name="MSIP_Label_4447dd6a-a4a1-440b-a6a3-9124ef1ee017_SetDate">
    <vt:lpwstr>2022-12-09T16:32:43Z</vt:lpwstr>
  </property>
  <property fmtid="{D5CDD505-2E9C-101B-9397-08002B2CF9AE}" pid="7" name="MSIP_Label_4447dd6a-a4a1-440b-a6a3-9124ef1ee017_Method">
    <vt:lpwstr>Privileged</vt:lpwstr>
  </property>
  <property fmtid="{D5CDD505-2E9C-101B-9397-08002B2CF9AE}" pid="8" name="MSIP_Label_4447dd6a-a4a1-440b-a6a3-9124ef1ee017_Name">
    <vt:lpwstr>NO TECH DATA</vt:lpwstr>
  </property>
  <property fmtid="{D5CDD505-2E9C-101B-9397-08002B2CF9AE}" pid="9" name="MSIP_Label_4447dd6a-a4a1-440b-a6a3-9124ef1ee017_SiteId">
    <vt:lpwstr>7a18110d-ef9b-4274-acef-e62ab0fe28ed</vt:lpwstr>
  </property>
  <property fmtid="{D5CDD505-2E9C-101B-9397-08002B2CF9AE}" pid="10" name="MSIP_Label_4447dd6a-a4a1-440b-a6a3-9124ef1ee017_ActionId">
    <vt:lpwstr>9a5bf9cd-cf11-4485-9abb-891aabd778e5</vt:lpwstr>
  </property>
  <property fmtid="{D5CDD505-2E9C-101B-9397-08002B2CF9AE}" pid="11" name="MSIP_Label_4447dd6a-a4a1-440b-a6a3-9124ef1ee017_ContentBits">
    <vt:lpwstr>0</vt:lpwstr>
  </property>
  <property fmtid="{D5CDD505-2E9C-101B-9397-08002B2CF9AE}" pid="12" name="ContentTypeId">
    <vt:lpwstr>0x010100C87D7F34B6C448409F577B2BDC68794E</vt:lpwstr>
  </property>
  <property fmtid="{D5CDD505-2E9C-101B-9397-08002B2CF9AE}" pid="13" name="rtnipcontrolcodevm">
    <vt:lpwstr>rtxpogc035</vt:lpwstr>
  </property>
  <property fmtid="{D5CDD505-2E9C-101B-9397-08002B2CF9AE}" pid="14" name="rtnipcontrolcode">
    <vt:lpwstr>internaluseonly</vt:lpwstr>
  </property>
  <property fmtid="{D5CDD505-2E9C-101B-9397-08002B2CF9AE}" pid="15" name="rtnexportcontrolcode">
    <vt:lpwstr>otherinfo</vt:lpwstr>
  </property>
  <property fmtid="{D5CDD505-2E9C-101B-9397-08002B2CF9AE}" pid="16" name="rtnexportcontrolcountry">
    <vt:lpwstr>usa</vt:lpwstr>
  </property>
  <property fmtid="{D5CDD505-2E9C-101B-9397-08002B2CF9AE}" pid="17" name="MediaServiceImageTags">
    <vt:lpwstr/>
  </property>
  <property fmtid="{D5CDD505-2E9C-101B-9397-08002B2CF9AE}" pid="18" name="bjDocumentLabelXML">
    <vt:lpwstr>&lt;?xml version="1.0" encoding="us-ascii"?&gt;&lt;sisl xmlns:xsi="http://www.w3.org/2001/XMLSchema-instance" xmlns:xsd="http://www.w3.org/2001/XMLSchema" sislVersion="0" policy="cde53ac1-bf5f-4aae-9cf1-07509e23a4b0" origin="userSelected" xmlns="http://www.boldonj</vt:lpwstr>
  </property>
  <property fmtid="{D5CDD505-2E9C-101B-9397-08002B2CF9AE}" pid="19" name="bjDocumentLabelXML-0">
    <vt:lpwstr>ames.com/2008/01/sie/internal/label"&gt;&lt;element uid="acf9ecc3-0f45-4234-a90d-e4368facd981" value="" /&gt;&lt;element uid="69d00acd-89c4-44e0-84ae-e58da17f485c" value="" /&gt;&lt;element uid="bba94c65-ac3d-4f34-b2e1-8de11ef6f01c" value="" /&gt;&lt;element uid="bc2b7c01-6db1-4</vt:lpwstr>
  </property>
  <property fmtid="{D5CDD505-2E9C-101B-9397-08002B2CF9AE}" pid="20" name="bjDocumentLabelXML-1">
    <vt:lpwstr>e7d-88d1-fc61674f86fd" value="" /&gt;&lt;element uid="71f4f2ca-9336-4970-a006-192d7a805164" value="" /&gt;&lt;/sisl&gt;</vt:lpwstr>
  </property>
  <property fmtid="{D5CDD505-2E9C-101B-9397-08002B2CF9AE}" pid="21" name="rtnexportcontrolcodevm">
    <vt:lpwstr>gcpogc14</vt:lpwstr>
  </property>
  <property fmtid="{D5CDD505-2E9C-101B-9397-08002B2CF9AE}" pid="22" name="bjSlideMasterFooterText">
    <vt:lpwstr>RTX Corporation (Corporate) - Company Use
This document does not contain any export controlled technical material/data/information.</vt:lpwstr>
  </property>
  <property fmtid="{D5CDD505-2E9C-101B-9397-08002B2CF9AE}" pid="23" name="bjLabelHistoryID">
    <vt:lpwstr>{C15C3F79-C153-451E-A245-3447252CD3FC}</vt:lpwstr>
  </property>
  <property fmtid="{D5CDD505-2E9C-101B-9397-08002B2CF9AE}" pid="24" name="bjDocumentSecurityLabel">
    <vt:lpwstr>Export Control Country: US  | Company Use | RTX Corporation (Corporate) | Other Information (Not Requiring an Export Control Marking) | Per RTX Policy (GCP-14)</vt:lpwstr>
  </property>
  <property fmtid="{D5CDD505-2E9C-101B-9397-08002B2CF9AE}" pid="25" name="bjpmDocIH">
    <vt:lpwstr>GrDv+HLvC7i7OeTM5hd5WGdeULoZrQxs</vt:lpwstr>
  </property>
</Properties>
</file>